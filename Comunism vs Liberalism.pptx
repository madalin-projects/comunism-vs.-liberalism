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7" r:id="rId4"/>
    <p:sldId id="268" r:id="rId5"/>
    <p:sldId id="269" r:id="rId6"/>
    <p:sldId id="260" r:id="rId7"/>
    <p:sldId id="261" r:id="rId8"/>
    <p:sldId id="270" r:id="rId9"/>
    <p:sldId id="271" r:id="rId10"/>
    <p:sldId id="272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106" d="100"/>
          <a:sy n="106" d="100"/>
        </p:scale>
        <p:origin x="792" y="9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3/16/2026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3/16/2026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19A1A-FC76-4ED1-89B9-D694B2FF0870}" type="datetime1">
              <a:rPr lang="en-US" smtClean="0"/>
              <a:t>3/16/2026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6257E-391F-47F8-99CC-8458566B3A0E}" type="datetime1">
              <a:rPr lang="en-US" smtClean="0"/>
              <a:t>3/16/2026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6F68D-7B4B-4B4C-9D88-75FAA7C0BB8C}" type="datetime1">
              <a:rPr lang="en-US" smtClean="0"/>
              <a:t>3/16/2026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9BE-FAC1-4A31-AC5C-C17C6F71B2E8}" type="datetime1">
              <a:rPr lang="en-US" smtClean="0"/>
              <a:t>3/16/2026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A3B56-FE11-4AAE-96CC-D66648F9E9F2}" type="datetime1">
              <a:rPr lang="en-US" smtClean="0"/>
              <a:t>3/16/2026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5FF6-770E-43E7-B628-9A11AEDD6F70}" type="datetime1">
              <a:rPr lang="en-US" smtClean="0"/>
              <a:t>3/16/2026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F5F0-2341-4C40-B4CC-445134C075AE}" type="datetime1">
              <a:rPr lang="en-US" smtClean="0"/>
              <a:t>3/16/2026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520C-3C99-47D0-8DC1-5C6AD419E182}" type="datetime1">
              <a:rPr lang="en-US" smtClean="0"/>
              <a:t>3/16/2026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B148-ACFA-41D7-B951-34DE045C84A9}" type="datetime1">
              <a:rPr lang="en-US" smtClean="0"/>
              <a:t>3/16/2026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019B4-75AC-4E8A-8666-7D6665518585}" type="datetime1">
              <a:rPr lang="en-US" smtClean="0"/>
              <a:t>3/16/2026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8109D-FDB7-4141-83A9-58DEF9B8E59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mmons.wikimedia.org/wiki/File:GDP_of_Romania.jpg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711" y="228600"/>
            <a:ext cx="8915401" cy="838200"/>
          </a:xfrm>
        </p:spPr>
        <p:txBody>
          <a:bodyPr/>
          <a:lstStyle/>
          <a:p>
            <a:pPr algn="ctr"/>
            <a:r>
              <a:rPr lang="en-US" dirty="0" err="1"/>
              <a:t>Comunism</a:t>
            </a:r>
            <a:r>
              <a:rPr lang="en-US" dirty="0"/>
              <a:t> vs. Liberalism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6711" y="4876800"/>
            <a:ext cx="7162800" cy="3048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ro-RO" dirty="0"/>
              <a:t>realizat de: Mogoș Mădălin, Manole Eugen-Alexandru, Mihalache Mihai-Valentin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2400B2-6AA3-0E65-BD43-E2BB8F55643D}"/>
              </a:ext>
            </a:extLst>
          </p:cNvPr>
          <p:cNvSpPr txBox="1">
            <a:spLocks/>
          </p:cNvSpPr>
          <p:nvPr/>
        </p:nvSpPr>
        <p:spPr>
          <a:xfrm>
            <a:off x="1636711" y="5181600"/>
            <a:ext cx="7162800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Prof. Univ. Dr. Frâncu Laurențiu Gabriel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E63C0-3D5E-5926-2937-9F1EAA41C5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1" y="990600"/>
            <a:ext cx="8686801" cy="3733800"/>
          </a:xfrm>
          <a:prstGeom prst="rect">
            <a:avLst/>
          </a:prstGeom>
          <a:ln>
            <a:solidFill>
              <a:schemeClr val="bg1"/>
            </a:solidFill>
          </a:ln>
          <a:effectLst>
            <a:softEdge rad="3175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3B0D6-EBF6-FB28-2FAC-3CFD22BF11FA}"/>
              </a:ext>
            </a:extLst>
          </p:cNvPr>
          <p:cNvSpPr txBox="1"/>
          <p:nvPr/>
        </p:nvSpPr>
        <p:spPr>
          <a:xfrm>
            <a:off x="3579812" y="6096000"/>
            <a:ext cx="541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o-RO" sz="2400" dirty="0"/>
              <a:t>Academia de Studii Economice București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E2C73-94BA-5E2E-B43B-8DC2ABEB2894}"/>
              </a:ext>
            </a:extLst>
          </p:cNvPr>
          <p:cNvSpPr txBox="1"/>
          <p:nvPr/>
        </p:nvSpPr>
        <p:spPr>
          <a:xfrm>
            <a:off x="5958220" y="6458584"/>
            <a:ext cx="65338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o-RO" dirty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894012" y="381000"/>
            <a:ext cx="7010400" cy="533400"/>
          </a:xfrm>
        </p:spPr>
        <p:txBody>
          <a:bodyPr>
            <a:noAutofit/>
          </a:bodyPr>
          <a:lstStyle/>
          <a:p>
            <a:r>
              <a:rPr lang="ro-RO" sz="2800" dirty="0"/>
              <a:t>1. Introducere: Cum a început comunismul în România</a:t>
            </a:r>
            <a:endParaRPr lang="en-US" sz="2800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27012" y="1676400"/>
            <a:ext cx="118110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 err="1"/>
              <a:t>Comunismul</a:t>
            </a:r>
            <a:r>
              <a:rPr lang="en-GB" sz="2000" dirty="0"/>
              <a:t> nu a </a:t>
            </a:r>
            <a:r>
              <a:rPr lang="en-GB" sz="2000" dirty="0" err="1"/>
              <a:t>fost</a:t>
            </a:r>
            <a:r>
              <a:rPr lang="en-GB" sz="2000" dirty="0"/>
              <a:t> ales de </a:t>
            </a:r>
            <a:r>
              <a:rPr lang="en-GB" sz="2000" dirty="0" err="1"/>
              <a:t>oameni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România</a:t>
            </a:r>
            <a:r>
              <a:rPr lang="en-GB" sz="2000" dirty="0"/>
              <a:t>, a </a:t>
            </a:r>
            <a:r>
              <a:rPr lang="en-GB" sz="2000" dirty="0" err="1"/>
              <a:t>venit</a:t>
            </a:r>
            <a:r>
              <a:rPr lang="en-GB" sz="2000" dirty="0"/>
              <a:t> </a:t>
            </a:r>
            <a:r>
              <a:rPr lang="en-GB" sz="2000" dirty="0" err="1"/>
              <a:t>când</a:t>
            </a:r>
            <a:r>
              <a:rPr lang="en-GB" sz="2000" dirty="0"/>
              <a:t> armata URSS a </a:t>
            </a:r>
            <a:r>
              <a:rPr lang="en-GB" sz="2000" dirty="0" err="1"/>
              <a:t>intrat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țară</a:t>
            </a:r>
            <a:r>
              <a:rPr lang="en-GB" sz="2000" dirty="0"/>
              <a:t> </a:t>
            </a:r>
            <a:r>
              <a:rPr lang="en-GB" sz="2000" dirty="0" err="1"/>
              <a:t>după</a:t>
            </a:r>
            <a:r>
              <a:rPr lang="en-GB" sz="2000" dirty="0"/>
              <a:t> </a:t>
            </a:r>
            <a:r>
              <a:rPr lang="en-GB" sz="2000" dirty="0" err="1"/>
              <a:t>război</a:t>
            </a:r>
            <a:r>
              <a:rPr lang="en-GB" sz="2000" dirty="0"/>
              <a:t>. </a:t>
            </a:r>
            <a:r>
              <a:rPr lang="en-GB" sz="2000" dirty="0" err="1"/>
              <a:t>Partidul</a:t>
            </a:r>
            <a:r>
              <a:rPr lang="en-GB" sz="2000" dirty="0"/>
              <a:t> </a:t>
            </a:r>
            <a:r>
              <a:rPr lang="en-GB" sz="2000" dirty="0" err="1"/>
              <a:t>Comunist</a:t>
            </a:r>
            <a:r>
              <a:rPr lang="en-GB" sz="2000" dirty="0"/>
              <a:t> nu era mare, </a:t>
            </a:r>
            <a:r>
              <a:rPr lang="en-GB" sz="2000" dirty="0" err="1"/>
              <a:t>puțini</a:t>
            </a:r>
            <a:r>
              <a:rPr lang="en-GB" sz="2000" dirty="0"/>
              <a:t> </a:t>
            </a:r>
            <a:r>
              <a:rPr lang="en-GB" sz="2000" dirty="0" err="1"/>
              <a:t>îl</a:t>
            </a:r>
            <a:r>
              <a:rPr lang="en-GB" sz="2000" dirty="0"/>
              <a:t> </a:t>
            </a:r>
            <a:r>
              <a:rPr lang="en-GB" sz="2000" dirty="0" err="1"/>
              <a:t>știau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puțini</a:t>
            </a:r>
            <a:r>
              <a:rPr lang="en-GB" sz="2000" dirty="0"/>
              <a:t> </a:t>
            </a:r>
            <a:r>
              <a:rPr lang="en-GB" sz="2000" dirty="0" err="1"/>
              <a:t>îl</a:t>
            </a:r>
            <a:r>
              <a:rPr lang="en-GB" sz="2000" dirty="0"/>
              <a:t> </a:t>
            </a:r>
            <a:r>
              <a:rPr lang="en-GB" sz="2000" dirty="0" err="1"/>
              <a:t>sprijineau</a:t>
            </a:r>
            <a:r>
              <a:rPr lang="en-GB" sz="2000" dirty="0"/>
              <a:t>. </a:t>
            </a:r>
            <a:r>
              <a:rPr lang="en-GB" sz="2000" dirty="0" err="1"/>
              <a:t>Însă</a:t>
            </a:r>
            <a:r>
              <a:rPr lang="en-GB" sz="2000" dirty="0"/>
              <a:t>, cu </a:t>
            </a:r>
            <a:r>
              <a:rPr lang="en-GB" sz="2000" dirty="0" err="1"/>
              <a:t>ajutor</a:t>
            </a:r>
            <a:r>
              <a:rPr lang="en-GB" sz="2000" dirty="0"/>
              <a:t> din </a:t>
            </a:r>
            <a:r>
              <a:rPr lang="en-GB" sz="2000" dirty="0" err="1"/>
              <a:t>partea</a:t>
            </a:r>
            <a:r>
              <a:rPr lang="en-GB" sz="2000" dirty="0"/>
              <a:t> </a:t>
            </a:r>
            <a:r>
              <a:rPr lang="en-GB" sz="2000" dirty="0" err="1"/>
              <a:t>rușilor</a:t>
            </a:r>
            <a:r>
              <a:rPr lang="en-GB" sz="2000" dirty="0"/>
              <a:t>, a </a:t>
            </a:r>
            <a:r>
              <a:rPr lang="en-GB" sz="2000" dirty="0" err="1"/>
              <a:t>luat</a:t>
            </a:r>
            <a:r>
              <a:rPr lang="en-GB" sz="2000" dirty="0"/>
              <a:t> </a:t>
            </a:r>
            <a:r>
              <a:rPr lang="en-GB" sz="2000" dirty="0" err="1"/>
              <a:t>puterea</a:t>
            </a:r>
            <a:r>
              <a:rPr lang="en-GB" sz="2000" dirty="0"/>
              <a:t>, </a:t>
            </a:r>
            <a:r>
              <a:rPr lang="ro-RO" sz="2000" dirty="0"/>
              <a:t>iar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martie</a:t>
            </a:r>
            <a:r>
              <a:rPr lang="en-GB" sz="2000" dirty="0"/>
              <a:t> 1945 Petru Groza a </a:t>
            </a:r>
            <a:r>
              <a:rPr lang="en-GB" sz="2000" dirty="0" err="1"/>
              <a:t>instalat</a:t>
            </a:r>
            <a:r>
              <a:rPr lang="en-GB" sz="2000" dirty="0"/>
              <a:t> </a:t>
            </a:r>
            <a:r>
              <a:rPr lang="en-GB" sz="2000" dirty="0" err="1"/>
              <a:t>guvernul</a:t>
            </a:r>
            <a:r>
              <a:rPr lang="en-GB" sz="2000" dirty="0"/>
              <a:t>. </a:t>
            </a:r>
            <a:r>
              <a:rPr lang="en-GB" sz="2000" dirty="0" err="1"/>
              <a:t>Opoziția</a:t>
            </a:r>
            <a:r>
              <a:rPr lang="en-GB" sz="2000" dirty="0"/>
              <a:t> a </a:t>
            </a:r>
            <a:r>
              <a:rPr lang="en-GB" sz="2000" dirty="0" err="1"/>
              <a:t>fost</a:t>
            </a:r>
            <a:r>
              <a:rPr lang="en-GB" sz="2000" dirty="0"/>
              <a:t> </a:t>
            </a:r>
            <a:r>
              <a:rPr lang="en-GB" sz="2000" dirty="0" err="1"/>
              <a:t>eliminată</a:t>
            </a:r>
            <a:r>
              <a:rPr lang="en-GB" sz="2000" dirty="0"/>
              <a:t> </a:t>
            </a:r>
            <a:r>
              <a:rPr lang="en-GB" sz="2000" dirty="0" err="1"/>
              <a:t>treptat</a:t>
            </a:r>
            <a:r>
              <a:rPr lang="en-GB" sz="2000" dirty="0"/>
              <a:t>,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noiembrie</a:t>
            </a:r>
            <a:r>
              <a:rPr lang="en-GB" sz="2000" dirty="0"/>
              <a:t> 1946, </a:t>
            </a:r>
            <a:r>
              <a:rPr lang="en-GB" sz="2000" dirty="0" err="1"/>
              <a:t>votul</a:t>
            </a:r>
            <a:r>
              <a:rPr lang="en-GB" sz="2000" dirty="0"/>
              <a:t> a </a:t>
            </a:r>
            <a:r>
              <a:rPr lang="en-GB" sz="2000" dirty="0" err="1"/>
              <a:t>fost</a:t>
            </a:r>
            <a:r>
              <a:rPr lang="en-GB" sz="2000" dirty="0"/>
              <a:t> </a:t>
            </a:r>
            <a:r>
              <a:rPr lang="en-GB" sz="2000" dirty="0" err="1"/>
              <a:t>falsificat</a:t>
            </a:r>
            <a:r>
              <a:rPr lang="en-GB" sz="2000" dirty="0"/>
              <a:t>, </a:t>
            </a:r>
            <a:r>
              <a:rPr lang="en-GB" sz="2000" dirty="0" err="1"/>
              <a:t>și</a:t>
            </a:r>
            <a:r>
              <a:rPr lang="en-GB" sz="2000" dirty="0"/>
              <a:t> au </a:t>
            </a:r>
            <a:r>
              <a:rPr lang="en-GB" sz="2000" dirty="0" err="1"/>
              <a:t>ascuns</a:t>
            </a:r>
            <a:r>
              <a:rPr lang="en-GB" sz="2000" dirty="0"/>
              <a:t> </a:t>
            </a:r>
            <a:r>
              <a:rPr lang="en-GB" sz="2000" dirty="0" err="1"/>
              <a:t>câți</a:t>
            </a:r>
            <a:r>
              <a:rPr lang="en-GB" sz="2000" dirty="0"/>
              <a:t> </a:t>
            </a:r>
            <a:r>
              <a:rPr lang="en-GB" sz="2000" dirty="0" err="1"/>
              <a:t>votaseră</a:t>
            </a:r>
            <a:r>
              <a:rPr lang="en-GB" sz="2000" dirty="0"/>
              <a:t> cu </a:t>
            </a:r>
            <a:r>
              <a:rPr lang="en-GB" sz="2000" dirty="0" err="1"/>
              <a:t>partidele</a:t>
            </a:r>
            <a:r>
              <a:rPr lang="en-GB" sz="2000" dirty="0"/>
              <a:t> </a:t>
            </a:r>
            <a:r>
              <a:rPr lang="en-GB" sz="2000" dirty="0" err="1"/>
              <a:t>democratice</a:t>
            </a:r>
            <a:r>
              <a:rPr lang="en-GB" sz="2000" dirty="0"/>
              <a:t> care </a:t>
            </a:r>
            <a:r>
              <a:rPr lang="en-GB" sz="2000" dirty="0" err="1"/>
              <a:t>voiau</a:t>
            </a:r>
            <a:r>
              <a:rPr lang="en-GB" sz="2000" dirty="0"/>
              <a:t> libertate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drepturi</a:t>
            </a:r>
            <a:r>
              <a:rPr lang="en-GB" sz="2000" dirty="0"/>
              <a:t>.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anul</a:t>
            </a:r>
            <a:r>
              <a:rPr lang="en-GB" sz="2000" dirty="0"/>
              <a:t> 1947, Regele Mihai a </a:t>
            </a:r>
            <a:r>
              <a:rPr lang="en-GB" sz="2000" dirty="0" err="1"/>
              <a:t>fost</a:t>
            </a:r>
            <a:r>
              <a:rPr lang="en-GB" sz="2000" dirty="0"/>
              <a:t> </a:t>
            </a:r>
            <a:r>
              <a:rPr lang="en-GB" sz="2000" dirty="0" err="1"/>
              <a:t>forțat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abdice</a:t>
            </a:r>
            <a:r>
              <a:rPr lang="en-GB" sz="2000" dirty="0"/>
              <a:t>, </a:t>
            </a:r>
            <a:r>
              <a:rPr lang="en-GB" sz="2000" dirty="0" err="1"/>
              <a:t>astfel</a:t>
            </a:r>
            <a:r>
              <a:rPr lang="en-GB" sz="2000" dirty="0"/>
              <a:t> </a:t>
            </a:r>
            <a:r>
              <a:rPr lang="en-GB" sz="2000" dirty="0" err="1"/>
              <a:t>România</a:t>
            </a:r>
            <a:r>
              <a:rPr lang="en-GB" sz="2000" dirty="0"/>
              <a:t> a </a:t>
            </a:r>
            <a:r>
              <a:rPr lang="en-GB" sz="2000" dirty="0" err="1"/>
              <a:t>devenit</a:t>
            </a:r>
            <a:r>
              <a:rPr lang="en-GB" sz="2000" dirty="0"/>
              <a:t> </a:t>
            </a:r>
            <a:r>
              <a:rPr lang="en-GB" sz="2000" dirty="0" err="1"/>
              <a:t>țară</a:t>
            </a:r>
            <a:r>
              <a:rPr lang="en-GB" sz="2000" dirty="0"/>
              <a:t> </a:t>
            </a:r>
            <a:r>
              <a:rPr lang="en-GB" sz="2000" dirty="0" err="1"/>
              <a:t>comunistă</a:t>
            </a:r>
            <a:r>
              <a:rPr lang="en-GB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 err="1"/>
              <a:t>Comunismul</a:t>
            </a:r>
            <a:r>
              <a:rPr lang="en-GB" sz="2000" dirty="0"/>
              <a:t> din </a:t>
            </a:r>
            <a:r>
              <a:rPr lang="en-GB" sz="2000" dirty="0" err="1"/>
              <a:t>România</a:t>
            </a:r>
            <a:r>
              <a:rPr lang="en-GB" sz="2000" dirty="0"/>
              <a:t> a </a:t>
            </a:r>
            <a:r>
              <a:rPr lang="en-GB" sz="2000" dirty="0" err="1"/>
              <a:t>fost</a:t>
            </a:r>
            <a:r>
              <a:rPr lang="en-GB" sz="2000" dirty="0"/>
              <a:t> un </a:t>
            </a:r>
            <a:r>
              <a:rPr lang="en-GB" sz="2000" dirty="0" err="1"/>
              <a:t>regim</a:t>
            </a:r>
            <a:r>
              <a:rPr lang="en-GB" sz="2000" dirty="0"/>
              <a:t> </a:t>
            </a:r>
            <a:r>
              <a:rPr lang="en-GB" sz="2000" dirty="0" err="1"/>
              <a:t>totalitar</a:t>
            </a:r>
            <a:r>
              <a:rPr lang="en-GB" sz="2000" dirty="0"/>
              <a:t> </a:t>
            </a:r>
            <a:r>
              <a:rPr lang="en-GB" sz="2000" dirty="0" err="1"/>
              <a:t>unde</a:t>
            </a:r>
            <a:r>
              <a:rPr lang="en-GB" sz="2000" dirty="0"/>
              <a:t> </a:t>
            </a:r>
            <a:r>
              <a:rPr lang="en-GB" sz="2000" dirty="0" err="1"/>
              <a:t>statul</a:t>
            </a:r>
            <a:r>
              <a:rPr lang="en-GB" sz="2000" dirty="0"/>
              <a:t> </a:t>
            </a:r>
            <a:r>
              <a:rPr lang="en-GB" sz="2000" dirty="0" err="1"/>
              <a:t>avea</a:t>
            </a:r>
            <a:r>
              <a:rPr lang="en-GB" sz="2000" dirty="0"/>
              <a:t> </a:t>
            </a:r>
            <a:r>
              <a:rPr lang="en-GB" sz="2000" dirty="0" err="1"/>
              <a:t>foarte</a:t>
            </a:r>
            <a:r>
              <a:rPr lang="en-GB" sz="2000" dirty="0"/>
              <a:t> </a:t>
            </a:r>
            <a:r>
              <a:rPr lang="en-GB" sz="2000" dirty="0" err="1"/>
              <a:t>multă</a:t>
            </a:r>
            <a:r>
              <a:rPr lang="en-GB" sz="2000" dirty="0"/>
              <a:t> </a:t>
            </a:r>
            <a:r>
              <a:rPr lang="en-GB" sz="2000" dirty="0" err="1"/>
              <a:t>putere</a:t>
            </a:r>
            <a:r>
              <a:rPr lang="en-GB" sz="2000" dirty="0"/>
              <a:t>. </a:t>
            </a:r>
            <a:r>
              <a:rPr lang="en-GB" sz="2000" dirty="0" err="1"/>
              <a:t>Statul</a:t>
            </a:r>
            <a:r>
              <a:rPr lang="en-GB" sz="2000" dirty="0"/>
              <a:t> </a:t>
            </a:r>
            <a:r>
              <a:rPr lang="en-GB" sz="2000" dirty="0" err="1"/>
              <a:t>voia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țină</a:t>
            </a:r>
            <a:r>
              <a:rPr lang="en-GB" sz="2000" dirty="0"/>
              <a:t> sub control tot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făceau</a:t>
            </a:r>
            <a:r>
              <a:rPr lang="en-GB" sz="2000" dirty="0"/>
              <a:t> </a:t>
            </a:r>
            <a:r>
              <a:rPr lang="en-GB" sz="2000" dirty="0" err="1"/>
              <a:t>oamenii</a:t>
            </a:r>
            <a:r>
              <a:rPr lang="en-GB" sz="2000" dirty="0"/>
              <a:t>: de la </a:t>
            </a:r>
            <a:r>
              <a:rPr lang="en-GB" sz="2000" dirty="0" err="1"/>
              <a:t>politică</a:t>
            </a:r>
            <a:r>
              <a:rPr lang="en-GB" sz="2000" dirty="0"/>
              <a:t>, la bani, </a:t>
            </a:r>
            <a:r>
              <a:rPr lang="en-GB" sz="2000" dirty="0" err="1"/>
              <a:t>ziare</a:t>
            </a:r>
            <a:r>
              <a:rPr lang="en-GB" sz="2000" dirty="0"/>
              <a:t>, </a:t>
            </a:r>
            <a:r>
              <a:rPr lang="en-GB" sz="2000" dirty="0" err="1"/>
              <a:t>școală</a:t>
            </a:r>
            <a:r>
              <a:rPr lang="ro-RO" sz="2000" dirty="0"/>
              <a:t>, </a:t>
            </a:r>
            <a:r>
              <a:rPr lang="en-GB" sz="2000" dirty="0" err="1"/>
              <a:t>ceea</a:t>
            </a:r>
            <a:r>
              <a:rPr lang="en-GB" sz="2000" dirty="0"/>
              <a:t>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citeau</a:t>
            </a:r>
            <a:r>
              <a:rPr lang="en-GB" sz="2000" dirty="0"/>
              <a:t> </a:t>
            </a:r>
            <a:r>
              <a:rPr lang="en-GB" sz="2000" dirty="0" err="1"/>
              <a:t>sau</a:t>
            </a:r>
            <a:r>
              <a:rPr lang="en-GB" sz="2000" dirty="0"/>
              <a:t> </a:t>
            </a:r>
            <a:r>
              <a:rPr lang="en-GB" sz="2000" dirty="0" err="1"/>
              <a:t>viața</a:t>
            </a:r>
            <a:r>
              <a:rPr lang="en-GB" sz="2000" dirty="0"/>
              <a:t> </a:t>
            </a:r>
            <a:r>
              <a:rPr lang="en-GB" sz="2000" dirty="0" err="1"/>
              <a:t>personală</a:t>
            </a:r>
            <a:r>
              <a:rPr lang="en-GB" sz="2000" dirty="0"/>
              <a:t>.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anii</a:t>
            </a:r>
            <a:r>
              <a:rPr lang="en-GB" sz="2000" dirty="0"/>
              <a:t> 1980, </a:t>
            </a:r>
            <a:r>
              <a:rPr lang="en-GB" sz="2000" dirty="0" err="1"/>
              <a:t>spre</a:t>
            </a:r>
            <a:r>
              <a:rPr lang="en-GB" sz="2000" dirty="0"/>
              <a:t> </a:t>
            </a:r>
            <a:r>
              <a:rPr lang="en-GB" sz="2000" dirty="0" err="1"/>
              <a:t>sfârșit</a:t>
            </a:r>
            <a:r>
              <a:rPr lang="en-GB" sz="2000" dirty="0"/>
              <a:t>, </a:t>
            </a:r>
            <a:r>
              <a:rPr lang="en-GB" sz="2000" dirty="0" err="1"/>
              <a:t>țara</a:t>
            </a:r>
            <a:r>
              <a:rPr lang="en-GB" sz="2000" dirty="0"/>
              <a:t> era, un „stat </a:t>
            </a:r>
            <a:r>
              <a:rPr lang="en-GB" sz="2000" dirty="0" err="1"/>
              <a:t>polițienesc</a:t>
            </a:r>
            <a:r>
              <a:rPr lang="en-GB" sz="2000" dirty="0"/>
              <a:t>” cu </a:t>
            </a:r>
            <a:r>
              <a:rPr lang="en-GB" sz="2000" dirty="0" err="1"/>
              <a:t>adevărat</a:t>
            </a:r>
            <a:r>
              <a:rPr lang="en-GB" sz="2000" dirty="0"/>
              <a:t>, </a:t>
            </a:r>
            <a:r>
              <a:rPr lang="en-GB" sz="2000" dirty="0" err="1"/>
              <a:t>securitatea</a:t>
            </a:r>
            <a:r>
              <a:rPr lang="en-GB" sz="2000" dirty="0"/>
              <a:t> era </a:t>
            </a:r>
            <a:r>
              <a:rPr lang="en-GB" sz="2000" dirty="0" err="1"/>
              <a:t>forța</a:t>
            </a:r>
            <a:r>
              <a:rPr lang="en-GB" sz="2000" dirty="0"/>
              <a:t> care </a:t>
            </a:r>
            <a:r>
              <a:rPr lang="en-GB" sz="2000" dirty="0" err="1"/>
              <a:t>îl</a:t>
            </a:r>
            <a:r>
              <a:rPr lang="en-GB" sz="2000" dirty="0"/>
              <a:t> </a:t>
            </a:r>
            <a:r>
              <a:rPr lang="en-GB" sz="2000" dirty="0" err="1"/>
              <a:t>ținea</a:t>
            </a:r>
            <a:r>
              <a:rPr lang="en-GB" sz="2000" dirty="0"/>
              <a:t> la </a:t>
            </a:r>
            <a:r>
              <a:rPr lang="en-GB" sz="2000" dirty="0" err="1"/>
              <a:t>putere</a:t>
            </a:r>
            <a:r>
              <a:rPr lang="en-GB" sz="2000" dirty="0"/>
              <a:t> pe Ceaușescu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îl</a:t>
            </a:r>
            <a:r>
              <a:rPr lang="en-GB" sz="2000" dirty="0"/>
              <a:t> </a:t>
            </a:r>
            <a:r>
              <a:rPr lang="en-GB" sz="2000" dirty="0" err="1"/>
              <a:t>ajuta</a:t>
            </a:r>
            <a:r>
              <a:rPr lang="ro-RO" sz="2000" dirty="0"/>
              <a:t>,</a:t>
            </a:r>
            <a:r>
              <a:rPr lang="en-GB" sz="2000" dirty="0"/>
              <a:t> </a:t>
            </a:r>
            <a:r>
              <a:rPr lang="en-GB" sz="2000" dirty="0" err="1"/>
              <a:t>toată</a:t>
            </a:r>
            <a:r>
              <a:rPr lang="en-GB" sz="2000" dirty="0"/>
              <a:t> </a:t>
            </a:r>
            <a:r>
              <a:rPr lang="en-GB" sz="2000" dirty="0" err="1"/>
              <a:t>lumea</a:t>
            </a:r>
            <a:r>
              <a:rPr lang="en-GB" sz="2000" dirty="0"/>
              <a:t> </a:t>
            </a:r>
            <a:r>
              <a:rPr lang="en-GB" sz="2000" dirty="0" err="1"/>
              <a:t>trăia</a:t>
            </a:r>
            <a:r>
              <a:rPr lang="en-GB" sz="2000" dirty="0"/>
              <a:t> cu </a:t>
            </a:r>
            <a:r>
              <a:rPr lang="en-GB" sz="2000" dirty="0" err="1"/>
              <a:t>frică</a:t>
            </a:r>
            <a:r>
              <a:rPr lang="en-GB" sz="2000" dirty="0"/>
              <a:t>,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că</a:t>
            </a:r>
            <a:r>
              <a:rPr lang="en-GB" sz="2000" dirty="0"/>
              <a:t> </a:t>
            </a:r>
            <a:r>
              <a:rPr lang="en-GB" sz="2000" dirty="0" err="1"/>
              <a:t>statul</a:t>
            </a:r>
            <a:r>
              <a:rPr lang="en-GB" sz="2000" dirty="0"/>
              <a:t> </a:t>
            </a:r>
            <a:r>
              <a:rPr lang="en-GB" sz="2000" dirty="0" err="1"/>
              <a:t>urmărea</a:t>
            </a:r>
            <a:r>
              <a:rPr lang="en-GB" sz="2000" dirty="0"/>
              <a:t> </a:t>
            </a:r>
            <a:r>
              <a:rPr lang="en-GB" sz="2000" dirty="0" err="1"/>
              <a:t>oamenii</a:t>
            </a:r>
            <a:r>
              <a:rPr lang="en-GB" sz="2000" dirty="0"/>
              <a:t> la </a:t>
            </a:r>
            <a:r>
              <a:rPr lang="en-GB" sz="2000" dirty="0" err="1"/>
              <a:t>orice</a:t>
            </a:r>
            <a:r>
              <a:rPr lang="en-GB" sz="2000" dirty="0"/>
              <a:t> pas.</a:t>
            </a:r>
            <a:endParaRPr lang="ro-RO" sz="2000" dirty="0"/>
          </a:p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/>
              <a:t>Nu era </a:t>
            </a:r>
            <a:r>
              <a:rPr lang="en-GB" sz="2000" dirty="0" err="1"/>
              <a:t>doar</a:t>
            </a:r>
            <a:r>
              <a:rPr lang="en-GB" sz="2000" dirty="0"/>
              <a:t> o </a:t>
            </a:r>
            <a:r>
              <a:rPr lang="en-GB" sz="2000" dirty="0" err="1"/>
              <a:t>dictatură</a:t>
            </a:r>
            <a:r>
              <a:rPr lang="en-GB" sz="2000" dirty="0"/>
              <a:t> </a:t>
            </a:r>
            <a:r>
              <a:rPr lang="en-GB" sz="2000" dirty="0" err="1"/>
              <a:t>politică</a:t>
            </a:r>
            <a:r>
              <a:rPr lang="en-GB" sz="2000" dirty="0"/>
              <a:t>, ci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una</a:t>
            </a:r>
            <a:r>
              <a:rPr lang="en-GB" sz="2000" dirty="0"/>
              <a:t> </a:t>
            </a:r>
            <a:r>
              <a:rPr lang="en-GB" sz="2000" dirty="0" err="1"/>
              <a:t>socială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psihologică</a:t>
            </a:r>
            <a:r>
              <a:rPr lang="en-GB" sz="2000" dirty="0"/>
              <a:t>: </a:t>
            </a:r>
            <a:r>
              <a:rPr lang="en-GB" sz="2000" dirty="0" err="1"/>
              <a:t>frica</a:t>
            </a:r>
            <a:r>
              <a:rPr lang="en-GB" sz="2000" dirty="0"/>
              <a:t>, </a:t>
            </a:r>
            <a:r>
              <a:rPr lang="en-GB" sz="2000" dirty="0" err="1"/>
              <a:t>delațiunea</a:t>
            </a:r>
            <a:r>
              <a:rPr lang="en-GB" sz="2000" dirty="0"/>
              <a:t>, </a:t>
            </a:r>
            <a:r>
              <a:rPr lang="en-GB" sz="2000" dirty="0" err="1"/>
              <a:t>supravegherea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propaganda </a:t>
            </a:r>
            <a:r>
              <a:rPr lang="en-GB" sz="2000" dirty="0" err="1"/>
              <a:t>făceau</a:t>
            </a:r>
            <a:r>
              <a:rPr lang="en-GB" sz="2000" dirty="0"/>
              <a:t> </a:t>
            </a:r>
            <a:r>
              <a:rPr lang="en-GB" sz="2000" dirty="0" err="1"/>
              <a:t>parte</a:t>
            </a:r>
            <a:r>
              <a:rPr lang="en-GB" sz="2000" dirty="0"/>
              <a:t> din </a:t>
            </a:r>
            <a:r>
              <a:rPr lang="en-GB" sz="2000" dirty="0" err="1"/>
              <a:t>viața</a:t>
            </a:r>
            <a:r>
              <a:rPr lang="en-GB" sz="2000" dirty="0"/>
              <a:t> de zi cu zi.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DD7848-589E-D184-75CF-678162E6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212" y="-15844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2</a:t>
            </a:r>
            <a:r>
              <a:rPr lang="en-GB" sz="2800" dirty="0"/>
              <a:t>. </a:t>
            </a:r>
            <a:r>
              <a:rPr lang="en-GB" sz="2800" dirty="0" err="1"/>
              <a:t>Minciunile</a:t>
            </a:r>
            <a:r>
              <a:rPr lang="en-GB" sz="2800" dirty="0"/>
              <a:t> </a:t>
            </a:r>
            <a:r>
              <a:rPr lang="en-GB" sz="2800" dirty="0" err="1"/>
              <a:t>și</a:t>
            </a:r>
            <a:r>
              <a:rPr lang="en-GB" sz="2800" dirty="0"/>
              <a:t> propaganda </a:t>
            </a:r>
            <a:r>
              <a:rPr lang="en-GB" sz="2800" dirty="0" err="1"/>
              <a:t>folosite</a:t>
            </a:r>
            <a:r>
              <a:rPr lang="en-GB" sz="2800" dirty="0"/>
              <a:t> </a:t>
            </a:r>
            <a:r>
              <a:rPr lang="en-GB" sz="2800" dirty="0" err="1"/>
              <a:t>pentru</a:t>
            </a:r>
            <a:r>
              <a:rPr lang="en-GB" sz="2800" dirty="0"/>
              <a:t> control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AA879-E3D9-ECD5-87BB-BD115773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E36D2-E47E-58A1-BCA6-F3F1FFC1C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1904999"/>
            <a:ext cx="11658600" cy="4772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 err="1"/>
              <a:t>Regimul</a:t>
            </a:r>
            <a:r>
              <a:rPr lang="en-GB" sz="2000" dirty="0"/>
              <a:t> </a:t>
            </a:r>
            <a:r>
              <a:rPr lang="en-GB" sz="2000" dirty="0" err="1"/>
              <a:t>spunea</a:t>
            </a:r>
            <a:r>
              <a:rPr lang="en-GB" sz="2000" dirty="0"/>
              <a:t> constant </a:t>
            </a:r>
            <a:r>
              <a:rPr lang="en-GB" sz="2000" dirty="0" err="1"/>
              <a:t>că</a:t>
            </a:r>
            <a:r>
              <a:rPr lang="en-GB" sz="2000" dirty="0"/>
              <a:t>:</a:t>
            </a:r>
            <a:r>
              <a:rPr lang="ro-RO" sz="2000" dirty="0"/>
              <a:t> </a:t>
            </a:r>
            <a:r>
              <a:rPr lang="en-GB" sz="2000" dirty="0"/>
              <a:t>„</a:t>
            </a:r>
            <a:r>
              <a:rPr lang="en-GB" sz="2000" dirty="0" err="1"/>
              <a:t>poporul</a:t>
            </a:r>
            <a:r>
              <a:rPr lang="en-GB" sz="2000" dirty="0"/>
              <a:t> conduce”</a:t>
            </a:r>
            <a:r>
              <a:rPr lang="ro-RO" sz="2000" dirty="0"/>
              <a:t>, </a:t>
            </a:r>
            <a:r>
              <a:rPr lang="en-GB" sz="2000" dirty="0"/>
              <a:t>„</a:t>
            </a:r>
            <a:r>
              <a:rPr lang="en-GB" sz="2000" dirty="0" err="1"/>
              <a:t>toți</a:t>
            </a:r>
            <a:r>
              <a:rPr lang="en-GB" sz="2000" dirty="0"/>
              <a:t> sunt </a:t>
            </a:r>
            <a:r>
              <a:rPr lang="en-GB" sz="2000" dirty="0" err="1"/>
              <a:t>egali</a:t>
            </a:r>
            <a:r>
              <a:rPr lang="en-GB" sz="2000" dirty="0"/>
              <a:t>”</a:t>
            </a:r>
            <a:r>
              <a:rPr lang="ro-RO" sz="2000" dirty="0"/>
              <a:t>, </a:t>
            </a:r>
            <a:r>
              <a:rPr lang="en-GB" sz="2000" dirty="0"/>
              <a:t>„</a:t>
            </a:r>
            <a:r>
              <a:rPr lang="en-GB" sz="2000" dirty="0" err="1"/>
              <a:t>clasa</a:t>
            </a:r>
            <a:r>
              <a:rPr lang="en-GB" sz="2000" dirty="0"/>
              <a:t> </a:t>
            </a:r>
            <a:r>
              <a:rPr lang="en-GB" sz="2000" dirty="0" err="1"/>
              <a:t>muncitoare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stăpână</a:t>
            </a:r>
            <a:r>
              <a:rPr lang="en-GB" sz="2000" dirty="0"/>
              <a:t>”</a:t>
            </a:r>
            <a:r>
              <a:rPr lang="ro-RO" sz="2000" dirty="0"/>
              <a:t>, </a:t>
            </a:r>
            <a:r>
              <a:rPr lang="en-GB" sz="2000" dirty="0"/>
              <a:t>„se </a:t>
            </a:r>
            <a:r>
              <a:rPr lang="en-GB" sz="2000" dirty="0" err="1"/>
              <a:t>construiește</a:t>
            </a:r>
            <a:r>
              <a:rPr lang="en-GB" sz="2000" dirty="0"/>
              <a:t> o </a:t>
            </a:r>
            <a:r>
              <a:rPr lang="en-GB" sz="2000" dirty="0" err="1"/>
              <a:t>societate</a:t>
            </a:r>
            <a:r>
              <a:rPr lang="en-GB" sz="2000" dirty="0"/>
              <a:t> </a:t>
            </a:r>
            <a:r>
              <a:rPr lang="en-GB" sz="2000" dirty="0" err="1"/>
              <a:t>dreaptă</a:t>
            </a:r>
            <a:r>
              <a:rPr lang="en-GB" sz="2000" dirty="0"/>
              <a:t>”</a:t>
            </a:r>
            <a:r>
              <a:rPr lang="ro-RO" sz="2000" dirty="0"/>
              <a:t>, </a:t>
            </a:r>
            <a:r>
              <a:rPr lang="en-GB" sz="2000" dirty="0"/>
              <a:t>„</a:t>
            </a:r>
            <a:r>
              <a:rPr lang="en-GB" sz="2000" dirty="0" err="1"/>
              <a:t>economia</a:t>
            </a:r>
            <a:r>
              <a:rPr lang="en-GB" sz="2000" dirty="0"/>
              <a:t> </a:t>
            </a:r>
            <a:r>
              <a:rPr lang="en-GB" sz="2000" dirty="0" err="1"/>
              <a:t>socialistă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superioară</a:t>
            </a:r>
            <a:r>
              <a:rPr lang="en-GB" sz="2000" dirty="0"/>
              <a:t> </a:t>
            </a:r>
            <a:r>
              <a:rPr lang="en-GB" sz="2000" dirty="0" err="1"/>
              <a:t>capitalismului</a:t>
            </a:r>
            <a:r>
              <a:rPr lang="en-GB" sz="2000" dirty="0"/>
              <a:t>”</a:t>
            </a:r>
            <a:r>
              <a:rPr lang="ro-RO" sz="2000" dirty="0"/>
              <a:t>, </a:t>
            </a:r>
            <a:r>
              <a:rPr lang="en-GB" sz="2000" dirty="0"/>
              <a:t>„</a:t>
            </a:r>
            <a:r>
              <a:rPr lang="en-GB" sz="2000" dirty="0" err="1"/>
              <a:t>România</a:t>
            </a:r>
            <a:r>
              <a:rPr lang="en-GB" sz="2000" dirty="0"/>
              <a:t> </a:t>
            </a:r>
            <a:r>
              <a:rPr lang="en-GB" sz="2000" dirty="0" err="1"/>
              <a:t>înaintează</a:t>
            </a:r>
            <a:r>
              <a:rPr lang="en-GB" sz="2000" dirty="0"/>
              <a:t> </a:t>
            </a:r>
            <a:r>
              <a:rPr lang="en-GB" sz="2000" dirty="0" err="1"/>
              <a:t>spre</a:t>
            </a:r>
            <a:r>
              <a:rPr lang="en-GB" sz="2000" dirty="0"/>
              <a:t> </a:t>
            </a:r>
            <a:r>
              <a:rPr lang="en-GB" sz="2000" dirty="0" err="1"/>
              <a:t>prosperitate</a:t>
            </a:r>
            <a:r>
              <a:rPr lang="en-GB" sz="2000" dirty="0"/>
              <a:t>”</a:t>
            </a:r>
            <a:r>
              <a:rPr lang="ro-RO" sz="2000" dirty="0"/>
              <a:t>.</a:t>
            </a:r>
          </a:p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/>
              <a:t>De </a:t>
            </a:r>
            <a:r>
              <a:rPr lang="en-GB" sz="2000" dirty="0" err="1"/>
              <a:t>fapt</a:t>
            </a:r>
            <a:r>
              <a:rPr lang="en-GB" sz="2000" dirty="0"/>
              <a:t>, </a:t>
            </a:r>
            <a:r>
              <a:rPr lang="en-GB" sz="2000" dirty="0" err="1"/>
              <a:t>toată</a:t>
            </a:r>
            <a:r>
              <a:rPr lang="en-GB" sz="2000" dirty="0"/>
              <a:t> </a:t>
            </a:r>
            <a:r>
              <a:rPr lang="en-GB" sz="2000" dirty="0" err="1"/>
              <a:t>puterea</a:t>
            </a:r>
            <a:r>
              <a:rPr lang="en-GB" sz="2000" dirty="0"/>
              <a:t> era la un </a:t>
            </a:r>
            <a:r>
              <a:rPr lang="en-GB" sz="2000" dirty="0" err="1"/>
              <a:t>singur</a:t>
            </a:r>
            <a:r>
              <a:rPr lang="en-GB" sz="2000" dirty="0"/>
              <a:t> </a:t>
            </a:r>
            <a:r>
              <a:rPr lang="en-GB" sz="2000" dirty="0" err="1"/>
              <a:t>partid</a:t>
            </a:r>
            <a:r>
              <a:rPr lang="en-GB" sz="2000" dirty="0"/>
              <a:t>, </a:t>
            </a:r>
            <a:r>
              <a:rPr lang="en-GB" sz="2000" dirty="0" err="1"/>
              <a:t>iar</a:t>
            </a:r>
            <a:r>
              <a:rPr lang="en-GB" sz="2000" dirty="0"/>
              <a:t> </a:t>
            </a:r>
            <a:r>
              <a:rPr lang="en-GB" sz="2000" dirty="0" err="1"/>
              <a:t>după</a:t>
            </a:r>
            <a:r>
              <a:rPr lang="en-GB" sz="2000" dirty="0"/>
              <a:t> un </a:t>
            </a:r>
            <a:r>
              <a:rPr lang="en-GB" sz="2000" dirty="0" err="1"/>
              <a:t>timp</a:t>
            </a:r>
            <a:r>
              <a:rPr lang="en-GB" sz="2000" dirty="0"/>
              <a:t> a </a:t>
            </a:r>
            <a:r>
              <a:rPr lang="en-GB" sz="2000" dirty="0" err="1"/>
              <a:t>ajuns</a:t>
            </a:r>
            <a:r>
              <a:rPr lang="en-GB" sz="2000" dirty="0"/>
              <a:t> tot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mult</a:t>
            </a:r>
            <a:r>
              <a:rPr lang="en-GB" sz="2000" dirty="0"/>
              <a:t> la o </a:t>
            </a:r>
            <a:r>
              <a:rPr lang="en-GB" sz="2000" dirty="0" err="1"/>
              <a:t>familie</a:t>
            </a:r>
            <a:r>
              <a:rPr lang="en-GB" sz="2000" dirty="0"/>
              <a:t>, </a:t>
            </a:r>
            <a:r>
              <a:rPr lang="en-GB" sz="2000" dirty="0" err="1"/>
              <a:t>cea</a:t>
            </a:r>
            <a:r>
              <a:rPr lang="en-GB" sz="2000" dirty="0"/>
              <a:t> a </a:t>
            </a:r>
            <a:r>
              <a:rPr lang="en-GB" sz="2000" dirty="0" err="1"/>
              <a:t>lui</a:t>
            </a:r>
            <a:r>
              <a:rPr lang="en-GB" sz="2000" dirty="0"/>
              <a:t> Nicolae </a:t>
            </a:r>
            <a:r>
              <a:rPr lang="en-GB" sz="2000" dirty="0" err="1"/>
              <a:t>și</a:t>
            </a:r>
            <a:r>
              <a:rPr lang="en-GB" sz="2000" dirty="0"/>
              <a:t> Elena Ceaușescu. </a:t>
            </a:r>
            <a:r>
              <a:rPr lang="en-GB" sz="2000" dirty="0" err="1"/>
              <a:t>Ziarele</a:t>
            </a:r>
            <a:r>
              <a:rPr lang="en-GB" sz="2000" dirty="0"/>
              <a:t>, </a:t>
            </a:r>
            <a:r>
              <a:rPr lang="en-GB" sz="2000" dirty="0" err="1"/>
              <a:t>radioul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televizorul</a:t>
            </a:r>
            <a:r>
              <a:rPr lang="en-GB" sz="2000" dirty="0"/>
              <a:t> nu </a:t>
            </a:r>
            <a:r>
              <a:rPr lang="en-GB" sz="2000" dirty="0" err="1"/>
              <a:t>ofereau</a:t>
            </a:r>
            <a:r>
              <a:rPr lang="en-GB" sz="2000" dirty="0"/>
              <a:t> </a:t>
            </a:r>
            <a:r>
              <a:rPr lang="en-GB" sz="2000" dirty="0" err="1"/>
              <a:t>informații</a:t>
            </a:r>
            <a:r>
              <a:rPr lang="en-GB" sz="2000" dirty="0"/>
              <a:t> </a:t>
            </a:r>
            <a:r>
              <a:rPr lang="en-GB" sz="2000" dirty="0" err="1"/>
              <a:t>libere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reale</a:t>
            </a:r>
            <a:r>
              <a:rPr lang="en-GB" sz="2000" dirty="0"/>
              <a:t>. Ele </a:t>
            </a:r>
            <a:r>
              <a:rPr lang="en-GB" sz="2000" dirty="0" err="1"/>
              <a:t>erau</a:t>
            </a:r>
            <a:r>
              <a:rPr lang="en-GB" sz="2000" dirty="0"/>
              <a:t> </a:t>
            </a:r>
            <a:r>
              <a:rPr lang="en-GB" sz="2000" dirty="0" err="1"/>
              <a:t>folosite</a:t>
            </a:r>
            <a:r>
              <a:rPr lang="en-GB" sz="2000" dirty="0"/>
              <a:t> ca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prezinte</a:t>
            </a:r>
            <a:r>
              <a:rPr lang="en-GB" sz="2000" dirty="0"/>
              <a:t> </a:t>
            </a:r>
            <a:r>
              <a:rPr lang="en-GB" sz="2000" dirty="0" err="1"/>
              <a:t>doar</a:t>
            </a:r>
            <a:r>
              <a:rPr lang="en-GB" sz="2000" dirty="0"/>
              <a:t>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voia</a:t>
            </a:r>
            <a:r>
              <a:rPr lang="en-GB" sz="2000" dirty="0"/>
              <a:t> </a:t>
            </a:r>
            <a:r>
              <a:rPr lang="en-GB" sz="2000" dirty="0" err="1"/>
              <a:t>puterea</a:t>
            </a:r>
            <a:r>
              <a:rPr lang="en-GB" sz="2000" dirty="0"/>
              <a:t>,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facă</a:t>
            </a:r>
            <a:r>
              <a:rPr lang="en-GB" sz="2000" dirty="0"/>
              <a:t> </a:t>
            </a:r>
            <a:r>
              <a:rPr lang="en-GB" sz="2000" dirty="0" err="1"/>
              <a:t>oamenii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creadă</a:t>
            </a:r>
            <a:r>
              <a:rPr lang="en-GB" sz="2000" dirty="0"/>
              <a:t>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voiau</a:t>
            </a:r>
            <a:r>
              <a:rPr lang="en-GB" sz="2000" dirty="0"/>
              <a:t> </a:t>
            </a:r>
            <a:r>
              <a:rPr lang="en-GB" sz="2000" dirty="0" err="1"/>
              <a:t>conducătorii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țină</a:t>
            </a:r>
            <a:r>
              <a:rPr lang="en-GB" sz="2000" dirty="0"/>
              <a:t> </a:t>
            </a:r>
            <a:r>
              <a:rPr lang="en-GB" sz="2000" dirty="0" err="1"/>
              <a:t>ascuns</a:t>
            </a:r>
            <a:r>
              <a:rPr lang="en-GB" sz="2000" dirty="0"/>
              <a:t> </a:t>
            </a:r>
            <a:r>
              <a:rPr lang="en-GB" sz="2000" dirty="0" err="1"/>
              <a:t>adevărul</a:t>
            </a:r>
            <a:r>
              <a:rPr lang="en-GB" sz="2000" dirty="0"/>
              <a:t>.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anii</a:t>
            </a:r>
            <a:r>
              <a:rPr lang="en-GB" sz="2000" dirty="0"/>
              <a:t> ’80, </a:t>
            </a:r>
            <a:r>
              <a:rPr lang="en-GB" sz="2000" dirty="0" err="1"/>
              <a:t>ziarele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restul</a:t>
            </a:r>
            <a:r>
              <a:rPr lang="en-GB" sz="2000" dirty="0"/>
              <a:t> </a:t>
            </a:r>
            <a:r>
              <a:rPr lang="en-GB" sz="2000" dirty="0" err="1"/>
              <a:t>continuau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fie </a:t>
            </a:r>
            <a:r>
              <a:rPr lang="en-GB" sz="2000" dirty="0" err="1"/>
              <a:t>folosite</a:t>
            </a:r>
            <a:r>
              <a:rPr lang="en-GB" sz="2000" dirty="0"/>
              <a:t> ca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facă</a:t>
            </a:r>
            <a:r>
              <a:rPr lang="en-GB" sz="2000" dirty="0"/>
              <a:t> </a:t>
            </a:r>
            <a:r>
              <a:rPr lang="en-GB" sz="2000" dirty="0" err="1"/>
              <a:t>lumea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pară</a:t>
            </a:r>
            <a:r>
              <a:rPr lang="en-GB" sz="2000" dirty="0"/>
              <a:t> </a:t>
            </a:r>
            <a:r>
              <a:rPr lang="en-GB" sz="2000" dirty="0" err="1"/>
              <a:t>că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de </a:t>
            </a:r>
            <a:r>
              <a:rPr lang="en-GB" sz="2000" dirty="0" err="1"/>
              <a:t>acord</a:t>
            </a:r>
            <a:r>
              <a:rPr lang="en-GB" sz="2000" dirty="0"/>
              <a:t> cu </a:t>
            </a:r>
            <a:r>
              <a:rPr lang="en-GB" sz="2000" dirty="0" err="1"/>
              <a:t>ceea</a:t>
            </a:r>
            <a:r>
              <a:rPr lang="en-GB" sz="2000" dirty="0"/>
              <a:t>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făcea</a:t>
            </a:r>
            <a:r>
              <a:rPr lang="en-GB" sz="2000" dirty="0"/>
              <a:t> </a:t>
            </a:r>
            <a:r>
              <a:rPr lang="en-GB" sz="2000" dirty="0" err="1"/>
              <a:t>conducerea</a:t>
            </a:r>
            <a:r>
              <a:rPr lang="en-GB" sz="2000" dirty="0"/>
              <a:t> </a:t>
            </a:r>
            <a:r>
              <a:rPr lang="en-GB" sz="2000" dirty="0" err="1"/>
              <a:t>atât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țară</a:t>
            </a:r>
            <a:r>
              <a:rPr lang="en-GB" sz="2000" dirty="0"/>
              <a:t>, </a:t>
            </a:r>
            <a:r>
              <a:rPr lang="en-GB" sz="2000" dirty="0" err="1"/>
              <a:t>cât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afară</a:t>
            </a:r>
            <a:r>
              <a:rPr lang="en-GB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ro-RO" sz="2000" dirty="0"/>
              <a:t>   </a:t>
            </a:r>
            <a:r>
              <a:rPr lang="en-GB" sz="2000" dirty="0" err="1"/>
              <a:t>Regimul</a:t>
            </a:r>
            <a:r>
              <a:rPr lang="en-GB" sz="2000" dirty="0"/>
              <a:t> a </a:t>
            </a:r>
            <a:r>
              <a:rPr lang="en-GB" sz="2000" dirty="0" err="1"/>
              <a:t>dus</a:t>
            </a:r>
            <a:r>
              <a:rPr lang="en-GB" sz="2000" dirty="0"/>
              <a:t> la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mulți</a:t>
            </a:r>
            <a:r>
              <a:rPr lang="en-GB" sz="2000" dirty="0"/>
              <a:t> </a:t>
            </a:r>
            <a:r>
              <a:rPr lang="en-GB" sz="2000" dirty="0" err="1"/>
              <a:t>oameni</a:t>
            </a:r>
            <a:r>
              <a:rPr lang="en-GB" sz="2000" dirty="0"/>
              <a:t> care au </a:t>
            </a:r>
            <a:r>
              <a:rPr lang="en-GB" sz="2000" dirty="0" err="1"/>
              <a:t>învățat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citească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scrie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mulți</a:t>
            </a:r>
            <a:r>
              <a:rPr lang="en-GB" sz="2000" dirty="0"/>
              <a:t> </a:t>
            </a:r>
            <a:r>
              <a:rPr lang="en-GB" sz="2000" dirty="0" err="1"/>
              <a:t>copii</a:t>
            </a:r>
            <a:r>
              <a:rPr lang="en-GB" sz="2000" dirty="0"/>
              <a:t> au </a:t>
            </a:r>
            <a:r>
              <a:rPr lang="en-GB" sz="2000" dirty="0" err="1"/>
              <a:t>mers</a:t>
            </a:r>
            <a:r>
              <a:rPr lang="en-GB" sz="2000" dirty="0"/>
              <a:t> la </a:t>
            </a:r>
            <a:r>
              <a:rPr lang="en-GB" sz="2000" dirty="0" err="1"/>
              <a:t>școală</a:t>
            </a:r>
            <a:r>
              <a:rPr lang="en-GB" sz="2000" dirty="0"/>
              <a:t>. </a:t>
            </a:r>
            <a:r>
              <a:rPr lang="en-GB" sz="2000" dirty="0" err="1"/>
              <a:t>Acesta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unul</a:t>
            </a:r>
            <a:r>
              <a:rPr lang="en-GB" sz="2000" dirty="0"/>
              <a:t> din </a:t>
            </a:r>
            <a:r>
              <a:rPr lang="en-GB" sz="2000" dirty="0" err="1"/>
              <a:t>puținele</a:t>
            </a:r>
            <a:r>
              <a:rPr lang="en-GB" sz="2000" dirty="0"/>
              <a:t> </a:t>
            </a:r>
            <a:r>
              <a:rPr lang="en-GB" sz="2000" dirty="0" err="1"/>
              <a:t>lucruri</a:t>
            </a:r>
            <a:r>
              <a:rPr lang="en-GB" sz="2000" dirty="0"/>
              <a:t> </a:t>
            </a:r>
            <a:r>
              <a:rPr lang="en-GB" sz="2000" dirty="0" err="1"/>
              <a:t>bune</a:t>
            </a:r>
            <a:r>
              <a:rPr lang="en-GB" sz="2000" dirty="0"/>
              <a:t> pe care le </a:t>
            </a:r>
            <a:r>
              <a:rPr lang="en-GB" sz="2000" dirty="0" err="1"/>
              <a:t>spunea</a:t>
            </a:r>
            <a:r>
              <a:rPr lang="en-GB" sz="2000" dirty="0"/>
              <a:t> propaganda. </a:t>
            </a:r>
            <a:r>
              <a:rPr lang="en-GB" sz="2000" dirty="0" err="1"/>
              <a:t>Totuși</a:t>
            </a:r>
            <a:r>
              <a:rPr lang="en-GB" sz="2000" dirty="0"/>
              <a:t>, </a:t>
            </a:r>
            <a:r>
              <a:rPr lang="en-GB" sz="2000" dirty="0" err="1"/>
              <a:t>școala</a:t>
            </a:r>
            <a:r>
              <a:rPr lang="en-GB" sz="2000" dirty="0"/>
              <a:t> nu era cu </a:t>
            </a:r>
            <a:r>
              <a:rPr lang="en-GB" sz="2000" dirty="0" err="1"/>
              <a:t>adevărat</a:t>
            </a:r>
            <a:r>
              <a:rPr lang="en-GB" sz="2000" dirty="0"/>
              <a:t> </a:t>
            </a:r>
            <a:r>
              <a:rPr lang="en-GB" sz="2000" dirty="0" err="1"/>
              <a:t>liberă</a:t>
            </a:r>
            <a:r>
              <a:rPr lang="en-GB" sz="2000" dirty="0"/>
              <a:t>, </a:t>
            </a:r>
            <a:r>
              <a:rPr lang="en-GB" sz="2000" dirty="0" err="1"/>
              <a:t>ce</a:t>
            </a:r>
            <a:r>
              <a:rPr lang="en-GB" sz="2000" dirty="0"/>
              <a:t> se </a:t>
            </a:r>
            <a:r>
              <a:rPr lang="en-GB" sz="2000" dirty="0" err="1"/>
              <a:t>preda</a:t>
            </a:r>
            <a:r>
              <a:rPr lang="en-GB" sz="2000" dirty="0"/>
              <a:t> era </a:t>
            </a:r>
            <a:r>
              <a:rPr lang="en-GB" sz="2000" dirty="0" err="1"/>
              <a:t>legat</a:t>
            </a:r>
            <a:r>
              <a:rPr lang="en-GB" sz="2000" dirty="0"/>
              <a:t> </a:t>
            </a:r>
            <a:r>
              <a:rPr lang="en-GB" sz="2000" dirty="0" err="1"/>
              <a:t>mereu</a:t>
            </a:r>
            <a:r>
              <a:rPr lang="en-GB" sz="2000" dirty="0"/>
              <a:t> de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zicea</a:t>
            </a:r>
            <a:r>
              <a:rPr lang="en-GB" sz="2000" dirty="0"/>
              <a:t> </a:t>
            </a:r>
            <a:r>
              <a:rPr lang="en-GB" sz="2000" dirty="0" err="1"/>
              <a:t>partidul</a:t>
            </a:r>
            <a:r>
              <a:rPr lang="en-GB" sz="2000" dirty="0"/>
              <a:t>, nu </a:t>
            </a:r>
            <a:r>
              <a:rPr lang="en-GB" sz="2000" dirty="0" err="1"/>
              <a:t>toți</a:t>
            </a:r>
            <a:r>
              <a:rPr lang="en-GB" sz="2000" dirty="0"/>
              <a:t> </a:t>
            </a:r>
            <a:r>
              <a:rPr lang="en-GB" sz="2000" dirty="0" err="1"/>
              <a:t>aveau</a:t>
            </a:r>
            <a:r>
              <a:rPr lang="en-GB" sz="2000" dirty="0"/>
              <a:t> </a:t>
            </a:r>
            <a:r>
              <a:rPr lang="en-GB" sz="2000" dirty="0" err="1"/>
              <a:t>șanse</a:t>
            </a:r>
            <a:r>
              <a:rPr lang="en-GB" sz="2000" dirty="0"/>
              <a:t> </a:t>
            </a:r>
            <a:r>
              <a:rPr lang="en-GB" sz="2000" dirty="0" err="1"/>
              <a:t>egale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ajungă</a:t>
            </a:r>
            <a:r>
              <a:rPr lang="en-GB" sz="2000" dirty="0"/>
              <a:t> la </a:t>
            </a:r>
            <a:r>
              <a:rPr lang="en-GB" sz="2000" dirty="0" err="1"/>
              <a:t>școli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bune</a:t>
            </a:r>
            <a:r>
              <a:rPr lang="en-GB" sz="2000" dirty="0"/>
              <a:t>. </a:t>
            </a:r>
            <a:r>
              <a:rPr lang="en-GB" sz="2000" dirty="0" err="1"/>
              <a:t>Unii</a:t>
            </a:r>
            <a:r>
              <a:rPr lang="en-GB" sz="2000" dirty="0"/>
              <a:t> </a:t>
            </a:r>
            <a:r>
              <a:rPr lang="en-GB" sz="2000" dirty="0" err="1"/>
              <a:t>copii</a:t>
            </a:r>
            <a:r>
              <a:rPr lang="en-GB" sz="2000" dirty="0"/>
              <a:t>, </a:t>
            </a:r>
            <a:r>
              <a:rPr lang="en-GB" sz="2000" dirty="0" err="1"/>
              <a:t>dacă</a:t>
            </a:r>
            <a:r>
              <a:rPr lang="en-GB" sz="2000" dirty="0"/>
              <a:t> </a:t>
            </a:r>
            <a:r>
              <a:rPr lang="en-GB" sz="2000" dirty="0" err="1"/>
              <a:t>părinții</a:t>
            </a:r>
            <a:r>
              <a:rPr lang="en-GB" sz="2000" dirty="0"/>
              <a:t> lor nu </a:t>
            </a:r>
            <a:r>
              <a:rPr lang="en-GB" sz="2000" dirty="0" err="1"/>
              <a:t>erau</a:t>
            </a:r>
            <a:r>
              <a:rPr lang="en-GB" sz="2000" dirty="0"/>
              <a:t> pe </a:t>
            </a:r>
            <a:r>
              <a:rPr lang="en-GB" sz="2000" dirty="0" err="1"/>
              <a:t>placul</a:t>
            </a:r>
            <a:r>
              <a:rPr lang="en-GB" sz="2000" dirty="0"/>
              <a:t> </a:t>
            </a:r>
            <a:r>
              <a:rPr lang="en-GB" sz="2000" dirty="0" err="1"/>
              <a:t>regimului</a:t>
            </a:r>
            <a:r>
              <a:rPr lang="en-GB" sz="2000" dirty="0"/>
              <a:t> </a:t>
            </a:r>
            <a:r>
              <a:rPr lang="en-GB" sz="2000" dirty="0" err="1"/>
              <a:t>sau</a:t>
            </a:r>
            <a:r>
              <a:rPr lang="en-GB" sz="2000" dirty="0"/>
              <a:t> </a:t>
            </a:r>
            <a:r>
              <a:rPr lang="en-GB" sz="2000" dirty="0" err="1"/>
              <a:t>aveau</a:t>
            </a:r>
            <a:r>
              <a:rPr lang="en-GB" sz="2000" dirty="0"/>
              <a:t> o „origine </a:t>
            </a:r>
            <a:r>
              <a:rPr lang="en-GB" sz="2000" dirty="0" err="1"/>
              <a:t>nesănătoasă</a:t>
            </a:r>
            <a:r>
              <a:rPr lang="en-GB" sz="2000" dirty="0"/>
              <a:t>”, nu </a:t>
            </a:r>
            <a:r>
              <a:rPr lang="en-GB" sz="2000" dirty="0" err="1"/>
              <a:t>puteau</a:t>
            </a:r>
            <a:r>
              <a:rPr lang="en-GB" sz="2000" dirty="0"/>
              <a:t> </a:t>
            </a:r>
            <a:r>
              <a:rPr lang="en-GB" sz="2000" dirty="0" err="1"/>
              <a:t>ajunge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învățamântul</a:t>
            </a:r>
            <a:r>
              <a:rPr lang="en-GB" sz="2000" dirty="0"/>
              <a:t> superior.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-76200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3</a:t>
            </a:r>
            <a:r>
              <a:rPr lang="en-GB" sz="2800" dirty="0"/>
              <a:t>. </a:t>
            </a:r>
            <a:r>
              <a:rPr lang="en-GB" sz="2800" dirty="0" err="1"/>
              <a:t>Represiunea</a:t>
            </a:r>
            <a:r>
              <a:rPr lang="en-GB" sz="2800" dirty="0"/>
              <a:t>: </a:t>
            </a:r>
            <a:r>
              <a:rPr lang="en-GB" sz="2800" dirty="0" err="1"/>
              <a:t>arestări</a:t>
            </a:r>
            <a:r>
              <a:rPr lang="en-GB" sz="2800" dirty="0"/>
              <a:t>, </a:t>
            </a:r>
            <a:r>
              <a:rPr lang="en-GB" sz="2800" dirty="0" err="1"/>
              <a:t>închisori</a:t>
            </a:r>
            <a:r>
              <a:rPr lang="en-GB" sz="2800" dirty="0"/>
              <a:t>, </a:t>
            </a:r>
            <a:r>
              <a:rPr lang="en-GB" sz="2800" dirty="0" err="1"/>
              <a:t>tortură</a:t>
            </a:r>
            <a:r>
              <a:rPr lang="en-GB" sz="2800" dirty="0"/>
              <a:t>, </a:t>
            </a:r>
            <a:r>
              <a:rPr lang="en-GB" sz="2800" dirty="0" err="1"/>
              <a:t>execuții</a:t>
            </a:r>
            <a:r>
              <a:rPr lang="en-GB" sz="2800" dirty="0"/>
              <a:t> </a:t>
            </a:r>
            <a:r>
              <a:rPr lang="en-GB" sz="2800" dirty="0" err="1"/>
              <a:t>ascunse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7012" y="1600200"/>
            <a:ext cx="6427163" cy="5257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200" dirty="0"/>
              <a:t>   </a:t>
            </a:r>
            <a:r>
              <a:rPr lang="en-GB" sz="1200" dirty="0"/>
              <a:t>Cele </a:t>
            </a:r>
            <a:r>
              <a:rPr lang="en-GB" sz="1200" dirty="0" err="1"/>
              <a:t>mai</a:t>
            </a:r>
            <a:r>
              <a:rPr lang="en-GB" sz="1200" dirty="0"/>
              <a:t> </a:t>
            </a:r>
            <a:r>
              <a:rPr lang="en-GB" sz="1200" dirty="0" err="1"/>
              <a:t>grele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rele</a:t>
            </a:r>
            <a:r>
              <a:rPr lang="en-GB" sz="1200" dirty="0"/>
              <a:t> </a:t>
            </a:r>
            <a:r>
              <a:rPr lang="en-GB" sz="1200" dirty="0" err="1"/>
              <a:t>lucruri</a:t>
            </a:r>
            <a:r>
              <a:rPr lang="en-GB" sz="1200" dirty="0"/>
              <a:t> din </a:t>
            </a:r>
            <a:r>
              <a:rPr lang="en-GB" sz="1200" dirty="0" err="1"/>
              <a:t>comunismul</a:t>
            </a:r>
            <a:r>
              <a:rPr lang="en-GB" sz="1200" dirty="0"/>
              <a:t> din </a:t>
            </a:r>
            <a:r>
              <a:rPr lang="en-GB" sz="1200" dirty="0" err="1"/>
              <a:t>România</a:t>
            </a:r>
            <a:r>
              <a:rPr lang="en-GB" sz="1200" dirty="0"/>
              <a:t> a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frica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suferința</a:t>
            </a:r>
            <a:r>
              <a:rPr lang="en-GB" sz="1200" dirty="0"/>
              <a:t>, </a:t>
            </a:r>
            <a:r>
              <a:rPr lang="en-GB" sz="1200" dirty="0" err="1"/>
              <a:t>mulți</a:t>
            </a:r>
            <a:r>
              <a:rPr lang="en-GB" sz="1200" dirty="0"/>
              <a:t> </a:t>
            </a:r>
            <a:r>
              <a:rPr lang="en-GB" sz="1200" dirty="0" err="1"/>
              <a:t>oameni</a:t>
            </a:r>
            <a:r>
              <a:rPr lang="en-GB" sz="1200" dirty="0"/>
              <a:t> au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luați</a:t>
            </a:r>
            <a:r>
              <a:rPr lang="en-GB" sz="1200" dirty="0"/>
              <a:t> de </a:t>
            </a:r>
            <a:r>
              <a:rPr lang="en-GB" sz="1200" dirty="0" err="1"/>
              <a:t>acasă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băgați</a:t>
            </a:r>
            <a:r>
              <a:rPr lang="en-GB" sz="1200" dirty="0"/>
              <a:t> la </a:t>
            </a:r>
            <a:r>
              <a:rPr lang="en-GB" sz="1200" dirty="0" err="1"/>
              <a:t>închisoare</a:t>
            </a:r>
            <a:r>
              <a:rPr lang="en-GB" sz="1200" dirty="0"/>
              <a:t> </a:t>
            </a:r>
            <a:r>
              <a:rPr lang="en-GB" sz="1200" dirty="0" err="1"/>
              <a:t>doar</a:t>
            </a:r>
            <a:r>
              <a:rPr lang="en-GB" sz="1200" dirty="0"/>
              <a:t> </a:t>
            </a:r>
            <a:r>
              <a:rPr lang="en-GB" sz="1200" dirty="0" err="1"/>
              <a:t>pentru</a:t>
            </a:r>
            <a:r>
              <a:rPr lang="en-GB" sz="1200" dirty="0"/>
              <a:t> </a:t>
            </a:r>
            <a:r>
              <a:rPr lang="en-GB" sz="1200" dirty="0" err="1"/>
              <a:t>ceea</a:t>
            </a:r>
            <a:r>
              <a:rPr lang="en-GB" sz="1200" dirty="0"/>
              <a:t> </a:t>
            </a:r>
            <a:r>
              <a:rPr lang="en-GB" sz="1200" dirty="0" err="1"/>
              <a:t>ce</a:t>
            </a:r>
            <a:r>
              <a:rPr lang="en-GB" sz="1200" dirty="0"/>
              <a:t> </a:t>
            </a:r>
            <a:r>
              <a:rPr lang="en-GB" sz="1200" dirty="0" err="1"/>
              <a:t>gândeau</a:t>
            </a:r>
            <a:r>
              <a:rPr lang="en-GB" sz="1200" dirty="0"/>
              <a:t> </a:t>
            </a:r>
            <a:r>
              <a:rPr lang="en-GB" sz="1200" dirty="0" err="1"/>
              <a:t>sau</a:t>
            </a:r>
            <a:r>
              <a:rPr lang="en-GB" sz="1200" dirty="0"/>
              <a:t> </a:t>
            </a:r>
            <a:r>
              <a:rPr lang="en-GB" sz="1200" dirty="0" err="1"/>
              <a:t>spuneau</a:t>
            </a:r>
            <a:r>
              <a:rPr lang="en-GB" sz="1200" dirty="0"/>
              <a:t>. </a:t>
            </a:r>
            <a:r>
              <a:rPr lang="en-GB" sz="1200" dirty="0" err="1"/>
              <a:t>Erau</a:t>
            </a:r>
            <a:r>
              <a:rPr lang="en-GB" sz="1200" dirty="0"/>
              <a:t> </a:t>
            </a:r>
            <a:r>
              <a:rPr lang="en-GB" sz="1200" dirty="0" err="1"/>
              <a:t>arestați</a:t>
            </a:r>
            <a:r>
              <a:rPr lang="en-GB" sz="1200" dirty="0"/>
              <a:t>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aveau</a:t>
            </a:r>
            <a:r>
              <a:rPr lang="en-GB" sz="1200" dirty="0"/>
              <a:t> </a:t>
            </a:r>
            <a:r>
              <a:rPr lang="en-GB" sz="1200" dirty="0" err="1"/>
              <a:t>alte</a:t>
            </a:r>
            <a:r>
              <a:rPr lang="en-GB" sz="1200" dirty="0"/>
              <a:t> </a:t>
            </a:r>
            <a:r>
              <a:rPr lang="en-GB" sz="1200" dirty="0" err="1"/>
              <a:t>idei</a:t>
            </a:r>
            <a:r>
              <a:rPr lang="en-GB" sz="1200" dirty="0"/>
              <a:t> de </a:t>
            </a:r>
            <a:r>
              <a:rPr lang="en-GB" sz="1200" dirty="0" err="1"/>
              <a:t>politică</a:t>
            </a:r>
            <a:r>
              <a:rPr lang="en-GB" sz="1200" dirty="0"/>
              <a:t>,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făceau</a:t>
            </a:r>
            <a:r>
              <a:rPr lang="en-GB" sz="1200" dirty="0"/>
              <a:t> </a:t>
            </a:r>
            <a:r>
              <a:rPr lang="en-GB" sz="1200" dirty="0" err="1"/>
              <a:t>parte</a:t>
            </a:r>
            <a:r>
              <a:rPr lang="en-GB" sz="1200" dirty="0"/>
              <a:t> din alt </a:t>
            </a:r>
            <a:r>
              <a:rPr lang="en-GB" sz="1200" dirty="0" err="1"/>
              <a:t>grup</a:t>
            </a:r>
            <a:r>
              <a:rPr lang="en-GB" sz="1200" dirty="0"/>
              <a:t> social,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aveau</a:t>
            </a:r>
            <a:r>
              <a:rPr lang="en-GB" sz="1200" dirty="0"/>
              <a:t> </a:t>
            </a:r>
            <a:r>
              <a:rPr lang="en-GB" sz="1200" dirty="0" err="1"/>
              <a:t>altă</a:t>
            </a:r>
            <a:r>
              <a:rPr lang="en-GB" sz="1200" dirty="0"/>
              <a:t> </a:t>
            </a:r>
            <a:r>
              <a:rPr lang="en-GB" sz="1200" dirty="0" err="1"/>
              <a:t>credință</a:t>
            </a:r>
            <a:r>
              <a:rPr lang="en-GB" sz="1200" dirty="0"/>
              <a:t>, </a:t>
            </a:r>
            <a:r>
              <a:rPr lang="en-GB" sz="1200" dirty="0" err="1"/>
              <a:t>dacă</a:t>
            </a:r>
            <a:r>
              <a:rPr lang="en-GB" sz="1200" dirty="0"/>
              <a:t> nu </a:t>
            </a:r>
            <a:r>
              <a:rPr lang="en-GB" sz="1200" dirty="0" err="1"/>
              <a:t>erau</a:t>
            </a:r>
            <a:r>
              <a:rPr lang="en-GB" sz="1200" dirty="0"/>
              <a:t> de </a:t>
            </a:r>
            <a:r>
              <a:rPr lang="en-GB" sz="1200" dirty="0" err="1"/>
              <a:t>acord</a:t>
            </a:r>
            <a:r>
              <a:rPr lang="en-GB" sz="1200" dirty="0"/>
              <a:t> cu </a:t>
            </a:r>
            <a:r>
              <a:rPr lang="en-GB" sz="1200" dirty="0" err="1"/>
              <a:t>cei</a:t>
            </a:r>
            <a:r>
              <a:rPr lang="en-GB" sz="1200" dirty="0"/>
              <a:t> care ne </a:t>
            </a:r>
            <a:r>
              <a:rPr lang="en-GB" sz="1200" dirty="0" err="1"/>
              <a:t>conduceau</a:t>
            </a:r>
            <a:r>
              <a:rPr lang="en-GB" sz="1200" dirty="0"/>
              <a:t> </a:t>
            </a:r>
            <a:r>
              <a:rPr lang="en-GB" sz="1200" dirty="0" err="1"/>
              <a:t>sau</a:t>
            </a:r>
            <a:r>
              <a:rPr lang="en-GB" sz="1200" dirty="0"/>
              <a:t>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ascundeau</a:t>
            </a:r>
            <a:r>
              <a:rPr lang="en-GB" sz="1200" dirty="0"/>
              <a:t> </a:t>
            </a:r>
            <a:r>
              <a:rPr lang="en-GB" sz="1200" dirty="0" err="1"/>
              <a:t>mâncare</a:t>
            </a:r>
            <a:r>
              <a:rPr lang="en-GB" sz="1200" dirty="0"/>
              <a:t> </a:t>
            </a:r>
            <a:r>
              <a:rPr lang="en-GB" sz="1200" dirty="0" err="1"/>
              <a:t>pentru</a:t>
            </a:r>
            <a:r>
              <a:rPr lang="en-GB" sz="1200" dirty="0"/>
              <a:t> </a:t>
            </a:r>
            <a:r>
              <a:rPr lang="en-GB" sz="1200" dirty="0" err="1"/>
              <a:t>familie</a:t>
            </a:r>
            <a:r>
              <a:rPr lang="en-GB" sz="1200" dirty="0"/>
              <a:t>. </a:t>
            </a:r>
            <a:r>
              <a:rPr lang="en-GB" sz="1200" dirty="0" err="1"/>
              <a:t>Alții</a:t>
            </a:r>
            <a:r>
              <a:rPr lang="en-GB" sz="1200" dirty="0"/>
              <a:t> au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luați</a:t>
            </a:r>
            <a:r>
              <a:rPr lang="en-GB" sz="1200" dirty="0"/>
              <a:t> </a:t>
            </a:r>
            <a:r>
              <a:rPr lang="en-GB" sz="1200" dirty="0" err="1"/>
              <a:t>fiindcă</a:t>
            </a:r>
            <a:r>
              <a:rPr lang="en-GB" sz="1200" dirty="0"/>
              <a:t> nu </a:t>
            </a:r>
            <a:r>
              <a:rPr lang="en-GB" sz="1200" dirty="0" err="1"/>
              <a:t>voiau</a:t>
            </a:r>
            <a:r>
              <a:rPr lang="en-GB" sz="1200" dirty="0"/>
              <a:t> </a:t>
            </a:r>
            <a:r>
              <a:rPr lang="en-GB" sz="1200" dirty="0" err="1"/>
              <a:t>să</a:t>
            </a:r>
            <a:r>
              <a:rPr lang="en-GB" sz="1200" dirty="0"/>
              <a:t> </a:t>
            </a:r>
            <a:r>
              <a:rPr lang="en-GB" sz="1200" dirty="0" err="1"/>
              <a:t>dea</a:t>
            </a:r>
            <a:r>
              <a:rPr lang="en-GB" sz="1200" dirty="0"/>
              <a:t> tot </a:t>
            </a:r>
            <a:r>
              <a:rPr lang="en-GB" sz="1200" dirty="0" err="1"/>
              <a:t>ce</a:t>
            </a:r>
            <a:r>
              <a:rPr lang="en-GB" sz="1200" dirty="0"/>
              <a:t> </a:t>
            </a:r>
            <a:r>
              <a:rPr lang="en-GB" sz="1200" dirty="0" err="1"/>
              <a:t>aveau</a:t>
            </a:r>
            <a:r>
              <a:rPr lang="en-GB" sz="1200" dirty="0"/>
              <a:t> </a:t>
            </a:r>
            <a:r>
              <a:rPr lang="en-GB" sz="1200" dirty="0" err="1"/>
              <a:t>comuniștilor</a:t>
            </a:r>
            <a:r>
              <a:rPr lang="en-GB" sz="1200" dirty="0"/>
              <a:t>, </a:t>
            </a:r>
            <a:r>
              <a:rPr lang="en-GB" sz="1200" dirty="0" err="1"/>
              <a:t>sau</a:t>
            </a:r>
            <a:r>
              <a:rPr lang="en-GB" sz="1200" dirty="0"/>
              <a:t> </a:t>
            </a:r>
            <a:r>
              <a:rPr lang="en-GB" sz="1200" dirty="0" err="1"/>
              <a:t>chiar</a:t>
            </a:r>
            <a:r>
              <a:rPr lang="en-GB" sz="1200" dirty="0"/>
              <a:t> </a:t>
            </a:r>
            <a:r>
              <a:rPr lang="en-GB" sz="1200" dirty="0" err="1"/>
              <a:t>fără</a:t>
            </a:r>
            <a:r>
              <a:rPr lang="en-GB" sz="1200" dirty="0"/>
              <a:t> </a:t>
            </a:r>
            <a:r>
              <a:rPr lang="en-GB" sz="1200" dirty="0" err="1"/>
              <a:t>niciun</a:t>
            </a:r>
            <a:r>
              <a:rPr lang="en-GB" sz="1200" dirty="0"/>
              <a:t> </a:t>
            </a:r>
            <a:r>
              <a:rPr lang="en-GB" sz="1200" dirty="0" err="1"/>
              <a:t>motiv</a:t>
            </a:r>
            <a:r>
              <a:rPr lang="en-GB" sz="1200" dirty="0"/>
              <a:t>, </a:t>
            </a:r>
            <a:r>
              <a:rPr lang="en-GB" sz="1200" dirty="0" err="1"/>
              <a:t>doar</a:t>
            </a:r>
            <a:r>
              <a:rPr lang="en-GB" sz="1200" dirty="0"/>
              <a:t> </a:t>
            </a:r>
            <a:r>
              <a:rPr lang="en-GB" sz="1200" dirty="0" err="1"/>
              <a:t>pentru</a:t>
            </a:r>
            <a:r>
              <a:rPr lang="en-GB" sz="1200" dirty="0"/>
              <a:t> </a:t>
            </a:r>
            <a:r>
              <a:rPr lang="en-GB" sz="1200" dirty="0" err="1"/>
              <a:t>că</a:t>
            </a:r>
            <a:r>
              <a:rPr lang="en-GB" sz="1200" dirty="0"/>
              <a:t> </a:t>
            </a:r>
            <a:r>
              <a:rPr lang="en-GB" sz="1200" dirty="0" err="1"/>
              <a:t>erau</a:t>
            </a:r>
            <a:r>
              <a:rPr lang="en-GB" sz="1200" dirty="0"/>
              <a:t> </a:t>
            </a:r>
            <a:r>
              <a:rPr lang="en-GB" sz="1200" dirty="0" err="1"/>
              <a:t>priviți</a:t>
            </a:r>
            <a:r>
              <a:rPr lang="en-GB" sz="1200" dirty="0"/>
              <a:t> ca „</a:t>
            </a:r>
            <a:r>
              <a:rPr lang="en-GB" sz="1200" dirty="0" err="1"/>
              <a:t>dușmani</a:t>
            </a:r>
            <a:r>
              <a:rPr lang="en-GB" sz="1200" dirty="0"/>
              <a:t> ai </a:t>
            </a:r>
            <a:r>
              <a:rPr lang="en-GB" sz="1200" dirty="0" err="1"/>
              <a:t>poporului</a:t>
            </a:r>
            <a:r>
              <a:rPr lang="en-GB" sz="1200" dirty="0"/>
              <a:t>”. </a:t>
            </a:r>
            <a:endParaRPr lang="ro-RO" sz="1200" dirty="0"/>
          </a:p>
          <a:p>
            <a:pPr marL="0" indent="0">
              <a:buNone/>
            </a:pPr>
            <a:r>
              <a:rPr lang="ro-RO" sz="1200" dirty="0"/>
              <a:t>   </a:t>
            </a:r>
            <a:r>
              <a:rPr lang="en-GB" sz="1200" dirty="0" err="1"/>
              <a:t>Raportul</a:t>
            </a:r>
            <a:r>
              <a:rPr lang="en-GB" sz="1200" dirty="0"/>
              <a:t> final al </a:t>
            </a:r>
            <a:r>
              <a:rPr lang="en-GB" sz="1200" dirty="0" err="1"/>
              <a:t>Comisiei</a:t>
            </a:r>
            <a:r>
              <a:rPr lang="en-GB" sz="1200" dirty="0"/>
              <a:t> </a:t>
            </a:r>
            <a:r>
              <a:rPr lang="en-GB" sz="1200" dirty="0" err="1"/>
              <a:t>Prezidențiale</a:t>
            </a:r>
            <a:r>
              <a:rPr lang="en-GB" sz="1200" dirty="0"/>
              <a:t> </a:t>
            </a:r>
            <a:r>
              <a:rPr lang="en-GB" sz="1200" dirty="0" err="1"/>
              <a:t>estimează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perioada</a:t>
            </a:r>
            <a:r>
              <a:rPr lang="en-GB" sz="1200" dirty="0"/>
              <a:t> 1945–1989 </a:t>
            </a:r>
            <a:r>
              <a:rPr lang="en-GB" sz="1200" dirty="0" err="1"/>
              <a:t>totalul</a:t>
            </a:r>
            <a:r>
              <a:rPr lang="en-GB" sz="1200" dirty="0"/>
              <a:t> </a:t>
            </a:r>
            <a:r>
              <a:rPr lang="en-GB" sz="1200" dirty="0" err="1"/>
              <a:t>deținuților</a:t>
            </a:r>
            <a:r>
              <a:rPr lang="en-GB" sz="1200" dirty="0"/>
              <a:t> </a:t>
            </a:r>
            <a:r>
              <a:rPr lang="en-GB" sz="1200" dirty="0" err="1"/>
              <a:t>politici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deportaților</a:t>
            </a:r>
            <a:r>
              <a:rPr lang="en-GB" sz="1200" dirty="0"/>
              <a:t> a </a:t>
            </a:r>
            <a:r>
              <a:rPr lang="en-GB" sz="1200" dirty="0" err="1"/>
              <a:t>fost</a:t>
            </a:r>
            <a:r>
              <a:rPr lang="en-GB" sz="1200" dirty="0"/>
              <a:t> de </a:t>
            </a:r>
            <a:r>
              <a:rPr lang="en-GB" sz="1200" dirty="0" err="1"/>
              <a:t>aproximativ</a:t>
            </a:r>
            <a:r>
              <a:rPr lang="en-GB" sz="1200" dirty="0"/>
              <a:t> 1.131.000 de </a:t>
            </a:r>
            <a:r>
              <a:rPr lang="en-GB" sz="1200" dirty="0" err="1"/>
              <a:t>oameni</a:t>
            </a:r>
            <a:r>
              <a:rPr lang="en-GB" sz="1200" dirty="0"/>
              <a:t>. </a:t>
            </a:r>
            <a:endParaRPr lang="ro-RO" sz="1200" dirty="0"/>
          </a:p>
          <a:p>
            <a:pPr marL="0" indent="0">
              <a:buNone/>
            </a:pPr>
            <a:r>
              <a:rPr lang="ro-RO" sz="1200" dirty="0"/>
              <a:t>   </a:t>
            </a:r>
            <a:r>
              <a:rPr lang="en-GB" sz="1200" dirty="0" err="1"/>
              <a:t>Numărul</a:t>
            </a:r>
            <a:r>
              <a:rPr lang="en-GB" sz="1200" dirty="0"/>
              <a:t> exact de </a:t>
            </a:r>
            <a:r>
              <a:rPr lang="en-GB" sz="1200" dirty="0" err="1"/>
              <a:t>persoane</a:t>
            </a:r>
            <a:r>
              <a:rPr lang="en-GB" sz="1200" dirty="0"/>
              <a:t> </a:t>
            </a:r>
            <a:r>
              <a:rPr lang="en-GB" sz="1200" dirty="0" err="1"/>
              <a:t>ucise</a:t>
            </a:r>
            <a:r>
              <a:rPr lang="en-GB" sz="1200" dirty="0"/>
              <a:t> in </a:t>
            </a:r>
            <a:r>
              <a:rPr lang="en-GB" sz="1200" dirty="0" err="1"/>
              <a:t>acele</a:t>
            </a:r>
            <a:r>
              <a:rPr lang="en-GB" sz="1200" dirty="0"/>
              <a:t> </a:t>
            </a:r>
            <a:r>
              <a:rPr lang="en-GB" sz="1200" dirty="0" err="1"/>
              <a:t>vremuri</a:t>
            </a:r>
            <a:r>
              <a:rPr lang="en-GB" sz="1200" dirty="0"/>
              <a:t> nu </a:t>
            </a:r>
            <a:r>
              <a:rPr lang="en-GB" sz="1200" dirty="0" err="1"/>
              <a:t>poate</a:t>
            </a:r>
            <a:r>
              <a:rPr lang="en-GB" sz="1200" dirty="0"/>
              <a:t> fi </a:t>
            </a:r>
            <a:r>
              <a:rPr lang="en-GB" sz="1200" dirty="0" err="1"/>
              <a:t>stabilit</a:t>
            </a:r>
            <a:r>
              <a:rPr lang="en-GB" sz="1200" dirty="0"/>
              <a:t> </a:t>
            </a:r>
            <a:r>
              <a:rPr lang="en-GB" sz="1200" dirty="0" err="1"/>
              <a:t>complet</a:t>
            </a:r>
            <a:r>
              <a:rPr lang="en-GB" sz="1200" dirty="0"/>
              <a:t> </a:t>
            </a:r>
            <a:r>
              <a:rPr lang="en-GB" sz="1200" dirty="0" err="1"/>
              <a:t>nici</a:t>
            </a:r>
            <a:r>
              <a:rPr lang="en-GB" sz="1200" dirty="0"/>
              <a:t> </a:t>
            </a:r>
            <a:r>
              <a:rPr lang="en-GB" sz="1200" dirty="0" err="1"/>
              <a:t>azi</a:t>
            </a:r>
            <a:r>
              <a:rPr lang="en-GB" sz="1200" dirty="0"/>
              <a:t>, </a:t>
            </a:r>
            <a:r>
              <a:rPr lang="en-GB" sz="1200" dirty="0" err="1"/>
              <a:t>tocmai</a:t>
            </a:r>
            <a:r>
              <a:rPr lang="en-GB" sz="1200" dirty="0"/>
              <a:t> </a:t>
            </a:r>
            <a:r>
              <a:rPr lang="en-GB" sz="1200" dirty="0" err="1"/>
              <a:t>fiindcă</a:t>
            </a:r>
            <a:r>
              <a:rPr lang="en-GB" sz="1200" dirty="0"/>
              <a:t> </a:t>
            </a:r>
            <a:r>
              <a:rPr lang="en-GB" sz="1200" dirty="0" err="1"/>
              <a:t>regimul</a:t>
            </a:r>
            <a:r>
              <a:rPr lang="en-GB" sz="1200" dirty="0"/>
              <a:t> </a:t>
            </a:r>
            <a:r>
              <a:rPr lang="en-GB" sz="1200" dirty="0" err="1"/>
              <a:t>ascundea</a:t>
            </a:r>
            <a:r>
              <a:rPr lang="en-GB" sz="1200" dirty="0"/>
              <a:t> </a:t>
            </a:r>
            <a:r>
              <a:rPr lang="en-GB" sz="1200" dirty="0" err="1"/>
              <a:t>documente</a:t>
            </a:r>
            <a:r>
              <a:rPr lang="en-GB" sz="1200" dirty="0"/>
              <a:t>, </a:t>
            </a:r>
            <a:r>
              <a:rPr lang="en-GB" sz="1200" dirty="0" err="1"/>
              <a:t>falsifica</a:t>
            </a:r>
            <a:r>
              <a:rPr lang="en-GB" sz="1200" dirty="0"/>
              <a:t> </a:t>
            </a:r>
            <a:r>
              <a:rPr lang="en-GB" sz="1200" dirty="0" err="1"/>
              <a:t>acte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îngropa</a:t>
            </a:r>
            <a:r>
              <a:rPr lang="en-GB" sz="1200" dirty="0"/>
              <a:t> </a:t>
            </a:r>
            <a:r>
              <a:rPr lang="en-GB" sz="1200" dirty="0" err="1"/>
              <a:t>oameni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secret. La Sighet, de </a:t>
            </a:r>
            <a:r>
              <a:rPr lang="en-GB" sz="1200" dirty="0" err="1"/>
              <a:t>exemplu</a:t>
            </a:r>
            <a:r>
              <a:rPr lang="en-GB" sz="1200" dirty="0"/>
              <a:t>, </a:t>
            </a:r>
            <a:r>
              <a:rPr lang="en-GB" sz="1200" dirty="0" err="1"/>
              <a:t>raportul</a:t>
            </a:r>
            <a:r>
              <a:rPr lang="en-GB" sz="1200" dirty="0"/>
              <a:t> </a:t>
            </a:r>
            <a:r>
              <a:rPr lang="en-GB" sz="1200" dirty="0" err="1"/>
              <a:t>notează</a:t>
            </a:r>
            <a:r>
              <a:rPr lang="en-GB" sz="1200" dirty="0"/>
              <a:t> </a:t>
            </a:r>
            <a:r>
              <a:rPr lang="en-GB" sz="1200" dirty="0" err="1"/>
              <a:t>că</a:t>
            </a:r>
            <a:r>
              <a:rPr lang="en-GB" sz="1200" dirty="0"/>
              <a:t> </a:t>
            </a:r>
            <a:r>
              <a:rPr lang="en-GB" sz="1200" dirty="0" err="1"/>
              <a:t>dintre</a:t>
            </a:r>
            <a:r>
              <a:rPr lang="en-GB" sz="1200" dirty="0"/>
              <a:t> </a:t>
            </a:r>
            <a:r>
              <a:rPr lang="en-GB" sz="1200" dirty="0" err="1"/>
              <a:t>aproximativ</a:t>
            </a:r>
            <a:r>
              <a:rPr lang="en-GB" sz="1200" dirty="0"/>
              <a:t> 180 de </a:t>
            </a:r>
            <a:r>
              <a:rPr lang="en-GB" sz="1200" dirty="0" err="1"/>
              <a:t>deținuți</a:t>
            </a:r>
            <a:r>
              <a:rPr lang="en-GB" sz="1200" dirty="0"/>
              <a:t> au </a:t>
            </a:r>
            <a:r>
              <a:rPr lang="en-GB" sz="1200" dirty="0" err="1"/>
              <a:t>murit</a:t>
            </a:r>
            <a:r>
              <a:rPr lang="en-GB" sz="1200" dirty="0"/>
              <a:t> 53 </a:t>
            </a:r>
            <a:r>
              <a:rPr lang="en-GB" sz="1200" dirty="0" err="1"/>
              <a:t>și</a:t>
            </a:r>
            <a:r>
              <a:rPr lang="en-GB" sz="1200" dirty="0"/>
              <a:t> au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îngropați</a:t>
            </a:r>
            <a:r>
              <a:rPr lang="en-GB" sz="1200" dirty="0"/>
              <a:t> </a:t>
            </a:r>
            <a:r>
              <a:rPr lang="en-GB" sz="1200" dirty="0" err="1"/>
              <a:t>noaptea</a:t>
            </a:r>
            <a:r>
              <a:rPr lang="en-GB" sz="1200" dirty="0"/>
              <a:t>, pe </a:t>
            </a:r>
            <a:r>
              <a:rPr lang="en-GB" sz="1200" dirty="0" err="1"/>
              <a:t>ascuns</a:t>
            </a:r>
            <a:r>
              <a:rPr lang="en-GB" sz="1200" dirty="0"/>
              <a:t>,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gropi</a:t>
            </a:r>
            <a:r>
              <a:rPr lang="en-GB" sz="1200" dirty="0"/>
              <a:t> </a:t>
            </a:r>
            <a:r>
              <a:rPr lang="en-GB" sz="1200" dirty="0" err="1"/>
              <a:t>anonime</a:t>
            </a:r>
            <a:r>
              <a:rPr lang="en-GB" sz="1200" dirty="0"/>
              <a:t>, </a:t>
            </a:r>
            <a:r>
              <a:rPr lang="en-GB" sz="1200" dirty="0" err="1"/>
              <a:t>fără</a:t>
            </a:r>
            <a:r>
              <a:rPr lang="en-GB" sz="1200" dirty="0"/>
              <a:t> </a:t>
            </a:r>
            <a:r>
              <a:rPr lang="en-GB" sz="1200" dirty="0" err="1"/>
              <a:t>să</a:t>
            </a:r>
            <a:r>
              <a:rPr lang="en-GB" sz="1200" dirty="0"/>
              <a:t> se </a:t>
            </a:r>
            <a:r>
              <a:rPr lang="en-GB" sz="1200" dirty="0" err="1"/>
              <a:t>știe</a:t>
            </a:r>
            <a:r>
              <a:rPr lang="en-GB" sz="1200" dirty="0"/>
              <a:t> </a:t>
            </a:r>
            <a:r>
              <a:rPr lang="en-GB" sz="1200" dirty="0" err="1"/>
              <a:t>nici</a:t>
            </a:r>
            <a:r>
              <a:rPr lang="en-GB" sz="1200" dirty="0"/>
              <a:t> </a:t>
            </a:r>
            <a:r>
              <a:rPr lang="en-GB" sz="1200" dirty="0" err="1"/>
              <a:t>azi</a:t>
            </a:r>
            <a:r>
              <a:rPr lang="en-GB" sz="1200" dirty="0"/>
              <a:t> exact </a:t>
            </a:r>
            <a:r>
              <a:rPr lang="en-GB" sz="1200" dirty="0" err="1"/>
              <a:t>locul</a:t>
            </a:r>
            <a:r>
              <a:rPr lang="en-GB" sz="1200" dirty="0"/>
              <a:t> </a:t>
            </a:r>
            <a:r>
              <a:rPr lang="en-GB" sz="1200" dirty="0" err="1"/>
              <a:t>tuturor</a:t>
            </a:r>
            <a:r>
              <a:rPr lang="en-GB" sz="1200" dirty="0"/>
              <a:t> </a:t>
            </a:r>
            <a:r>
              <a:rPr lang="en-GB" sz="1200" dirty="0" err="1"/>
              <a:t>mormintelor</a:t>
            </a:r>
            <a:r>
              <a:rPr lang="en-GB" sz="1200" dirty="0"/>
              <a:t>.</a:t>
            </a:r>
            <a:endParaRPr lang="en-US" sz="1200" dirty="0"/>
          </a:p>
          <a:p>
            <a:pPr marL="0" indent="0">
              <a:buNone/>
            </a:pPr>
            <a:r>
              <a:rPr lang="ro-RO" sz="1200" dirty="0"/>
              <a:t>   </a:t>
            </a:r>
            <a:r>
              <a:rPr lang="en-GB" sz="1200" dirty="0" err="1"/>
              <a:t>Închisorile</a:t>
            </a:r>
            <a:r>
              <a:rPr lang="en-GB" sz="1200" dirty="0"/>
              <a:t> </a:t>
            </a:r>
            <a:r>
              <a:rPr lang="en-GB" sz="1200" dirty="0" err="1"/>
              <a:t>politice</a:t>
            </a:r>
            <a:r>
              <a:rPr lang="en-GB" sz="1200" dirty="0"/>
              <a:t> </a:t>
            </a:r>
            <a:r>
              <a:rPr lang="en-GB" sz="1200" dirty="0" err="1"/>
              <a:t>cele</a:t>
            </a:r>
            <a:r>
              <a:rPr lang="en-GB" sz="1200" dirty="0"/>
              <a:t> </a:t>
            </a:r>
            <a:r>
              <a:rPr lang="en-GB" sz="1200" dirty="0" err="1"/>
              <a:t>mai</a:t>
            </a:r>
            <a:r>
              <a:rPr lang="en-GB" sz="1200" dirty="0"/>
              <a:t> </a:t>
            </a:r>
            <a:r>
              <a:rPr lang="en-GB" sz="1200" dirty="0" err="1"/>
              <a:t>cunoscute</a:t>
            </a:r>
            <a:r>
              <a:rPr lang="en-GB" sz="1200" dirty="0"/>
              <a:t> au </a:t>
            </a:r>
            <a:r>
              <a:rPr lang="en-GB" sz="1200" dirty="0" err="1"/>
              <a:t>fost</a:t>
            </a:r>
            <a:r>
              <a:rPr lang="en-GB" sz="1200" dirty="0"/>
              <a:t> Sighet, Pitești, Gherla, </a:t>
            </a:r>
            <a:r>
              <a:rPr lang="en-GB" sz="1200" dirty="0" err="1"/>
              <a:t>Aiud</a:t>
            </a:r>
            <a:r>
              <a:rPr lang="en-GB" sz="1200" dirty="0"/>
              <a:t>, </a:t>
            </a:r>
            <a:r>
              <a:rPr lang="en-GB" sz="1200" dirty="0" err="1"/>
              <a:t>Râmnicu</a:t>
            </a:r>
            <a:r>
              <a:rPr lang="en-GB" sz="1200" dirty="0"/>
              <a:t> </a:t>
            </a:r>
            <a:r>
              <a:rPr lang="en-GB" sz="1200" dirty="0" err="1"/>
              <a:t>Sărat</a:t>
            </a:r>
            <a:r>
              <a:rPr lang="en-GB" sz="1200" dirty="0"/>
              <a:t>, Jilava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coloniile</a:t>
            </a:r>
            <a:r>
              <a:rPr lang="en-GB" sz="1200" dirty="0"/>
              <a:t> de </a:t>
            </a:r>
            <a:r>
              <a:rPr lang="en-GB" sz="1200" dirty="0" err="1"/>
              <a:t>muncă</a:t>
            </a:r>
            <a:r>
              <a:rPr lang="en-GB" sz="1200" dirty="0"/>
              <a:t> de la Canal. La Canal, </a:t>
            </a:r>
            <a:r>
              <a:rPr lang="en-GB" sz="1200" dirty="0" err="1"/>
              <a:t>raportul</a:t>
            </a:r>
            <a:r>
              <a:rPr lang="en-GB" sz="1200" dirty="0"/>
              <a:t> </a:t>
            </a:r>
            <a:r>
              <a:rPr lang="en-GB" sz="1200" dirty="0" err="1"/>
              <a:t>consemnează</a:t>
            </a:r>
            <a:r>
              <a:rPr lang="en-GB" sz="1200" dirty="0"/>
              <a:t> </a:t>
            </a:r>
            <a:r>
              <a:rPr lang="en-GB" sz="1200" dirty="0" err="1"/>
              <a:t>bătăi</a:t>
            </a:r>
            <a:r>
              <a:rPr lang="en-GB" sz="1200" dirty="0"/>
              <a:t> cu </a:t>
            </a:r>
            <a:r>
              <a:rPr lang="en-GB" sz="1200" dirty="0" err="1"/>
              <a:t>ranga</a:t>
            </a:r>
            <a:r>
              <a:rPr lang="en-GB" sz="1200" dirty="0"/>
              <a:t>, </a:t>
            </a:r>
            <a:r>
              <a:rPr lang="en-GB" sz="1200" dirty="0" err="1"/>
              <a:t>cazmaua</a:t>
            </a:r>
            <a:r>
              <a:rPr lang="en-GB" sz="1200" dirty="0"/>
              <a:t>, </a:t>
            </a:r>
            <a:r>
              <a:rPr lang="en-GB" sz="1200" dirty="0" err="1"/>
              <a:t>lopata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alte</a:t>
            </a:r>
            <a:r>
              <a:rPr lang="en-GB" sz="1200" dirty="0"/>
              <a:t> </a:t>
            </a:r>
            <a:r>
              <a:rPr lang="en-GB" sz="1200" dirty="0" err="1"/>
              <a:t>instrumente</a:t>
            </a:r>
            <a:r>
              <a:rPr lang="en-GB" sz="1200" dirty="0"/>
              <a:t>, </a:t>
            </a:r>
            <a:r>
              <a:rPr lang="en-GB" sz="1200" dirty="0" err="1"/>
              <a:t>unii</a:t>
            </a:r>
            <a:r>
              <a:rPr lang="en-GB" sz="1200" dirty="0"/>
              <a:t> </a:t>
            </a:r>
            <a:r>
              <a:rPr lang="en-GB" sz="1200" dirty="0" err="1"/>
              <a:t>deținuți</a:t>
            </a:r>
            <a:r>
              <a:rPr lang="en-GB" sz="1200" dirty="0"/>
              <a:t> </a:t>
            </a:r>
            <a:r>
              <a:rPr lang="en-GB" sz="1200" dirty="0" err="1"/>
              <a:t>murind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urma</a:t>
            </a:r>
            <a:r>
              <a:rPr lang="en-GB" sz="1200" dirty="0"/>
              <a:t> </a:t>
            </a:r>
            <a:r>
              <a:rPr lang="en-GB" sz="1200" dirty="0" err="1"/>
              <a:t>traumatismelor</a:t>
            </a:r>
            <a:r>
              <a:rPr lang="en-GB" sz="1200" dirty="0"/>
              <a:t>.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cazul</a:t>
            </a:r>
            <a:r>
              <a:rPr lang="en-GB" sz="1200" dirty="0"/>
              <a:t> „</a:t>
            </a:r>
            <a:r>
              <a:rPr lang="en-GB" sz="1200" dirty="0" err="1"/>
              <a:t>reeducării</a:t>
            </a:r>
            <a:r>
              <a:rPr lang="en-GB" sz="1200" dirty="0"/>
              <a:t>” de la Pitești </a:t>
            </a:r>
            <a:r>
              <a:rPr lang="en-GB" sz="1200" dirty="0" err="1"/>
              <a:t>și</a:t>
            </a:r>
            <a:r>
              <a:rPr lang="en-GB" sz="1200" dirty="0"/>
              <a:t> Gherla, au </a:t>
            </a:r>
            <a:r>
              <a:rPr lang="en-GB" sz="1200" dirty="0" err="1"/>
              <a:t>existat</a:t>
            </a:r>
            <a:r>
              <a:rPr lang="en-GB" sz="1200" dirty="0"/>
              <a:t> </a:t>
            </a:r>
            <a:r>
              <a:rPr lang="en-GB" sz="1200" dirty="0" err="1"/>
              <a:t>torturi</a:t>
            </a:r>
            <a:r>
              <a:rPr lang="en-GB" sz="1200" dirty="0"/>
              <a:t> </a:t>
            </a:r>
            <a:r>
              <a:rPr lang="en-GB" sz="1200" dirty="0" err="1"/>
              <a:t>cumplite</a:t>
            </a:r>
            <a:r>
              <a:rPr lang="en-GB" sz="1200" dirty="0"/>
              <a:t>, </a:t>
            </a:r>
            <a:r>
              <a:rPr lang="en-GB" sz="1200" dirty="0" err="1"/>
              <a:t>iar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unele</a:t>
            </a:r>
            <a:r>
              <a:rPr lang="en-GB" sz="1200" dirty="0"/>
              <a:t> </a:t>
            </a:r>
            <a:r>
              <a:rPr lang="en-GB" sz="1200" dirty="0" err="1"/>
              <a:t>cazuri</a:t>
            </a:r>
            <a:r>
              <a:rPr lang="en-GB" sz="1200" dirty="0"/>
              <a:t> </a:t>
            </a:r>
            <a:r>
              <a:rPr lang="en-GB" sz="1200" dirty="0" err="1"/>
              <a:t>medicii</a:t>
            </a:r>
            <a:r>
              <a:rPr lang="en-GB" sz="1200" dirty="0"/>
              <a:t> </a:t>
            </a:r>
            <a:r>
              <a:rPr lang="en-GB" sz="1200" dirty="0" err="1"/>
              <a:t>sau</a:t>
            </a:r>
            <a:r>
              <a:rPr lang="en-GB" sz="1200" dirty="0"/>
              <a:t> </a:t>
            </a:r>
            <a:r>
              <a:rPr lang="en-GB" sz="1200" dirty="0" err="1"/>
              <a:t>administrația</a:t>
            </a:r>
            <a:r>
              <a:rPr lang="en-GB" sz="1200" dirty="0"/>
              <a:t> au </a:t>
            </a:r>
            <a:r>
              <a:rPr lang="en-GB" sz="1200" dirty="0" err="1"/>
              <a:t>acoperit</a:t>
            </a:r>
            <a:r>
              <a:rPr lang="en-GB" sz="1200" dirty="0"/>
              <a:t> </a:t>
            </a:r>
            <a:r>
              <a:rPr lang="en-GB" sz="1200" dirty="0" err="1"/>
              <a:t>crimele</a:t>
            </a:r>
            <a:r>
              <a:rPr lang="en-GB" sz="1200" dirty="0"/>
              <a:t> </a:t>
            </a:r>
            <a:r>
              <a:rPr lang="en-GB" sz="1200" dirty="0" err="1"/>
              <a:t>prin</a:t>
            </a:r>
            <a:r>
              <a:rPr lang="en-GB" sz="1200" dirty="0"/>
              <a:t> </a:t>
            </a:r>
            <a:r>
              <a:rPr lang="en-GB" sz="1200" dirty="0" err="1"/>
              <a:t>diagnostice</a:t>
            </a:r>
            <a:r>
              <a:rPr lang="en-GB" sz="1200" dirty="0"/>
              <a:t> false </a:t>
            </a:r>
            <a:r>
              <a:rPr lang="en-GB" sz="1200" dirty="0" err="1"/>
              <a:t>și</a:t>
            </a:r>
            <a:r>
              <a:rPr lang="en-GB" sz="1200" dirty="0"/>
              <a:t> certificate de </a:t>
            </a:r>
            <a:r>
              <a:rPr lang="en-GB" sz="1200" dirty="0" err="1"/>
              <a:t>moarte</a:t>
            </a:r>
            <a:r>
              <a:rPr lang="en-GB" sz="1200" dirty="0"/>
              <a:t> </a:t>
            </a:r>
            <a:r>
              <a:rPr lang="en-GB" sz="1200" dirty="0" err="1"/>
              <a:t>mincinoase</a:t>
            </a:r>
            <a:r>
              <a:rPr lang="en-GB" sz="1200" dirty="0"/>
              <a:t>.</a:t>
            </a:r>
            <a:endParaRPr lang="en-US" sz="1200" dirty="0"/>
          </a:p>
          <a:p>
            <a:pPr marL="0" indent="0">
              <a:buNone/>
            </a:pPr>
            <a:r>
              <a:rPr lang="ro-RO" sz="1200" dirty="0"/>
              <a:t>   </a:t>
            </a:r>
            <a:r>
              <a:rPr lang="en-GB" sz="1200" dirty="0"/>
              <a:t>„</a:t>
            </a:r>
            <a:r>
              <a:rPr lang="en-GB" sz="1200" dirty="0" err="1"/>
              <a:t>Fenomenul</a:t>
            </a:r>
            <a:r>
              <a:rPr lang="en-GB" sz="1200" dirty="0"/>
              <a:t> Pitești” a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unul</a:t>
            </a:r>
            <a:r>
              <a:rPr lang="en-GB" sz="1200" dirty="0"/>
              <a:t> </a:t>
            </a:r>
            <a:r>
              <a:rPr lang="en-GB" sz="1200" dirty="0" err="1"/>
              <a:t>dintre</a:t>
            </a:r>
            <a:r>
              <a:rPr lang="en-GB" sz="1200" dirty="0"/>
              <a:t> </a:t>
            </a:r>
            <a:r>
              <a:rPr lang="en-GB" sz="1200" dirty="0" err="1"/>
              <a:t>cele</a:t>
            </a:r>
            <a:r>
              <a:rPr lang="en-GB" sz="1200" dirty="0"/>
              <a:t> </a:t>
            </a:r>
            <a:r>
              <a:rPr lang="en-GB" sz="1200" dirty="0" err="1"/>
              <a:t>mai</a:t>
            </a:r>
            <a:r>
              <a:rPr lang="en-GB" sz="1200" dirty="0"/>
              <a:t> </a:t>
            </a:r>
            <a:r>
              <a:rPr lang="en-GB" sz="1200" dirty="0" err="1"/>
              <a:t>brutale</a:t>
            </a:r>
            <a:r>
              <a:rPr lang="en-GB" sz="1200" dirty="0"/>
              <a:t> </a:t>
            </a:r>
            <a:r>
              <a:rPr lang="en-GB" sz="1200" dirty="0" err="1"/>
              <a:t>experimente</a:t>
            </a:r>
            <a:r>
              <a:rPr lang="en-GB" sz="1200" dirty="0"/>
              <a:t> de </a:t>
            </a:r>
            <a:r>
              <a:rPr lang="en-GB" sz="1200" dirty="0" err="1"/>
              <a:t>tortură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„</a:t>
            </a:r>
            <a:r>
              <a:rPr lang="en-GB" sz="1200" dirty="0" err="1"/>
              <a:t>reeducare</a:t>
            </a:r>
            <a:r>
              <a:rPr lang="en-GB" sz="1200" dirty="0"/>
              <a:t>” din tot </a:t>
            </a:r>
            <a:r>
              <a:rPr lang="en-GB" sz="1200" dirty="0" err="1"/>
              <a:t>blocul</a:t>
            </a:r>
            <a:r>
              <a:rPr lang="en-GB" sz="1200" dirty="0"/>
              <a:t> </a:t>
            </a:r>
            <a:r>
              <a:rPr lang="en-GB" sz="1200" dirty="0" err="1"/>
              <a:t>comunist</a:t>
            </a:r>
            <a:r>
              <a:rPr lang="en-GB" sz="1200" dirty="0"/>
              <a:t>. </a:t>
            </a:r>
            <a:r>
              <a:rPr lang="en-GB" sz="1200" dirty="0" err="1"/>
              <a:t>Scopul</a:t>
            </a:r>
            <a:r>
              <a:rPr lang="en-GB" sz="1200" dirty="0"/>
              <a:t> nu era </a:t>
            </a:r>
            <a:r>
              <a:rPr lang="en-GB" sz="1200" dirty="0" err="1"/>
              <a:t>doar</a:t>
            </a:r>
            <a:r>
              <a:rPr lang="en-GB" sz="1200" dirty="0"/>
              <a:t> </a:t>
            </a:r>
            <a:r>
              <a:rPr lang="en-GB" sz="1200" dirty="0" err="1"/>
              <a:t>pedepsirea</a:t>
            </a:r>
            <a:r>
              <a:rPr lang="en-GB" sz="1200" dirty="0"/>
              <a:t>, ci </a:t>
            </a:r>
            <a:r>
              <a:rPr lang="en-GB" sz="1200" dirty="0" err="1"/>
              <a:t>distrugerea</a:t>
            </a:r>
            <a:r>
              <a:rPr lang="en-GB" sz="1200" dirty="0"/>
              <a:t> </a:t>
            </a:r>
            <a:r>
              <a:rPr lang="en-GB" sz="1200" dirty="0" err="1"/>
              <a:t>morală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psihologică</a:t>
            </a:r>
            <a:r>
              <a:rPr lang="en-GB" sz="1200" dirty="0"/>
              <a:t> a </a:t>
            </a:r>
            <a:r>
              <a:rPr lang="en-GB" sz="1200" dirty="0" err="1"/>
              <a:t>deținuților</a:t>
            </a:r>
            <a:r>
              <a:rPr lang="en-GB" sz="1200" dirty="0"/>
              <a:t>, </a:t>
            </a:r>
            <a:r>
              <a:rPr lang="en-GB" sz="1200" dirty="0" err="1"/>
              <a:t>obligarea</a:t>
            </a:r>
            <a:r>
              <a:rPr lang="en-GB" sz="1200" dirty="0"/>
              <a:t> lor </a:t>
            </a:r>
            <a:r>
              <a:rPr lang="en-GB" sz="1200" dirty="0" err="1"/>
              <a:t>să</a:t>
            </a:r>
            <a:r>
              <a:rPr lang="en-GB" sz="1200" dirty="0"/>
              <a:t> </a:t>
            </a:r>
            <a:r>
              <a:rPr lang="en-GB" sz="1200" dirty="0" err="1"/>
              <a:t>își</a:t>
            </a:r>
            <a:r>
              <a:rPr lang="en-GB" sz="1200" dirty="0"/>
              <a:t> </a:t>
            </a:r>
            <a:r>
              <a:rPr lang="en-GB" sz="1200" dirty="0" err="1"/>
              <a:t>denunțe</a:t>
            </a:r>
            <a:r>
              <a:rPr lang="en-GB" sz="1200" dirty="0"/>
              <a:t> </a:t>
            </a:r>
            <a:r>
              <a:rPr lang="en-GB" sz="1200" dirty="0" err="1"/>
              <a:t>prietenii</a:t>
            </a:r>
            <a:r>
              <a:rPr lang="en-GB" sz="1200" dirty="0"/>
              <a:t>, </a:t>
            </a:r>
            <a:r>
              <a:rPr lang="en-GB" sz="1200" dirty="0" err="1"/>
              <a:t>credința</a:t>
            </a:r>
            <a:r>
              <a:rPr lang="en-GB" sz="1200" dirty="0"/>
              <a:t>, familia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identitatea</a:t>
            </a:r>
            <a:r>
              <a:rPr lang="en-GB" sz="1200" dirty="0"/>
              <a:t>.</a:t>
            </a:r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9D2588-4545-0ACE-CBE1-617DD9DE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0622E-BF39-C0B3-7F94-AD3C2E0F6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175" y="1570022"/>
            <a:ext cx="5499866" cy="4221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AC9E89-D4D6-E04F-694E-6F080C050A3C}"/>
              </a:ext>
            </a:extLst>
          </p:cNvPr>
          <p:cNvSpPr txBox="1"/>
          <p:nvPr/>
        </p:nvSpPr>
        <p:spPr>
          <a:xfrm>
            <a:off x="6654175" y="5869299"/>
            <a:ext cx="5307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  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paralel</a:t>
            </a:r>
            <a:r>
              <a:rPr lang="en-GB" sz="1200" dirty="0"/>
              <a:t>, </a:t>
            </a:r>
            <a:r>
              <a:rPr lang="en-GB" sz="1200" dirty="0" err="1"/>
              <a:t>regimul</a:t>
            </a:r>
            <a:r>
              <a:rPr lang="en-GB" sz="1200" dirty="0"/>
              <a:t> a </a:t>
            </a:r>
            <a:r>
              <a:rPr lang="en-GB" sz="1200" dirty="0" err="1"/>
              <a:t>distrus</a:t>
            </a:r>
            <a:r>
              <a:rPr lang="en-GB" sz="1200" dirty="0"/>
              <a:t> </a:t>
            </a:r>
            <a:r>
              <a:rPr lang="en-GB" sz="1200" dirty="0" err="1"/>
              <a:t>vechea</a:t>
            </a:r>
            <a:r>
              <a:rPr lang="en-GB" sz="1200" dirty="0"/>
              <a:t> </a:t>
            </a:r>
            <a:r>
              <a:rPr lang="en-GB" sz="1200" dirty="0" err="1"/>
              <a:t>elită</a:t>
            </a:r>
            <a:r>
              <a:rPr lang="en-GB" sz="1200" dirty="0"/>
              <a:t> </a:t>
            </a:r>
            <a:r>
              <a:rPr lang="en-GB" sz="1200" dirty="0" err="1"/>
              <a:t>politică</a:t>
            </a:r>
            <a:r>
              <a:rPr lang="en-GB" sz="1200" dirty="0"/>
              <a:t>, </a:t>
            </a:r>
            <a:r>
              <a:rPr lang="en-GB" sz="1200" dirty="0" err="1"/>
              <a:t>intelectuală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religioasă</a:t>
            </a:r>
            <a:r>
              <a:rPr lang="en-GB" sz="1200" dirty="0"/>
              <a:t>. La Sighet au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închiși</a:t>
            </a:r>
            <a:r>
              <a:rPr lang="en-GB" sz="1200" dirty="0"/>
              <a:t> </a:t>
            </a:r>
            <a:r>
              <a:rPr lang="en-GB" sz="1200" dirty="0" err="1"/>
              <a:t>foști</a:t>
            </a:r>
            <a:r>
              <a:rPr lang="en-GB" sz="1200" dirty="0"/>
              <a:t> </a:t>
            </a:r>
            <a:r>
              <a:rPr lang="en-GB" sz="1200" dirty="0" err="1"/>
              <a:t>demnitari</a:t>
            </a:r>
            <a:r>
              <a:rPr lang="en-GB" sz="1200" dirty="0"/>
              <a:t>, </a:t>
            </a:r>
            <a:r>
              <a:rPr lang="en-GB" sz="1200" dirty="0" err="1"/>
              <a:t>lideri</a:t>
            </a:r>
            <a:r>
              <a:rPr lang="en-GB" sz="1200" dirty="0"/>
              <a:t> </a:t>
            </a:r>
            <a:r>
              <a:rPr lang="en-GB" sz="1200" dirty="0" err="1"/>
              <a:t>politici</a:t>
            </a:r>
            <a:r>
              <a:rPr lang="en-GB" sz="1200" dirty="0"/>
              <a:t>, </a:t>
            </a:r>
            <a:r>
              <a:rPr lang="en-GB" sz="1200" dirty="0" err="1"/>
              <a:t>episcopi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preoți</a:t>
            </a:r>
            <a:r>
              <a:rPr lang="en-GB" sz="1200" dirty="0"/>
              <a:t> </a:t>
            </a:r>
            <a:r>
              <a:rPr lang="en-GB" sz="1200" dirty="0" err="1"/>
              <a:t>greco-catolici</a:t>
            </a:r>
            <a:r>
              <a:rPr lang="en-GB" sz="1200" dirty="0"/>
              <a:t>. </a:t>
            </a:r>
            <a:r>
              <a:rPr lang="en-GB" sz="1200" dirty="0" err="1"/>
              <a:t>Practic</a:t>
            </a:r>
            <a:r>
              <a:rPr lang="en-GB" sz="1200" dirty="0"/>
              <a:t>, </a:t>
            </a:r>
            <a:r>
              <a:rPr lang="en-GB" sz="1200" dirty="0" err="1"/>
              <a:t>comunismul</a:t>
            </a:r>
            <a:r>
              <a:rPr lang="en-GB" sz="1200" dirty="0"/>
              <a:t> a </a:t>
            </a:r>
            <a:r>
              <a:rPr lang="en-GB" sz="1200" dirty="0" err="1"/>
              <a:t>lovit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oamenii</a:t>
            </a:r>
            <a:r>
              <a:rPr lang="en-GB" sz="1200" dirty="0"/>
              <a:t> care </a:t>
            </a:r>
            <a:r>
              <a:rPr lang="en-GB" sz="1200" dirty="0" err="1"/>
              <a:t>puteau</a:t>
            </a:r>
            <a:r>
              <a:rPr lang="en-GB" sz="1200" dirty="0"/>
              <a:t> </a:t>
            </a:r>
            <a:r>
              <a:rPr lang="en-GB" sz="1200" dirty="0" err="1"/>
              <a:t>reprezenta</a:t>
            </a:r>
            <a:r>
              <a:rPr lang="en-GB" sz="1200" dirty="0"/>
              <a:t> o </a:t>
            </a:r>
            <a:r>
              <a:rPr lang="en-GB" sz="1200" dirty="0" err="1"/>
              <a:t>alternativă</a:t>
            </a:r>
            <a:r>
              <a:rPr lang="en-GB" sz="1200" dirty="0"/>
              <a:t> </a:t>
            </a:r>
            <a:r>
              <a:rPr lang="en-GB" sz="1200" dirty="0" err="1"/>
              <a:t>morală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politică</a:t>
            </a:r>
            <a:r>
              <a:rPr lang="en-GB" sz="1200" dirty="0"/>
              <a:t> la </a:t>
            </a:r>
            <a:r>
              <a:rPr lang="en-GB" sz="1200" dirty="0" err="1"/>
              <a:t>partid</a:t>
            </a:r>
            <a:r>
              <a:rPr lang="en-GB" sz="1200" dirty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956" y="-334962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4</a:t>
            </a:r>
            <a:r>
              <a:rPr lang="en-GB" sz="2800" dirty="0"/>
              <a:t>. </a:t>
            </a:r>
            <a:r>
              <a:rPr lang="en-GB" sz="2800" dirty="0" err="1"/>
              <a:t>Colectivizarea</a:t>
            </a:r>
            <a:r>
              <a:rPr lang="en-GB" sz="2800" dirty="0"/>
              <a:t> </a:t>
            </a:r>
            <a:r>
              <a:rPr lang="en-GB" sz="2800" dirty="0" err="1"/>
              <a:t>și</a:t>
            </a:r>
            <a:r>
              <a:rPr lang="ro-RO" sz="2800" dirty="0"/>
              <a:t> Sănătatea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1B669E-97F3-45C4-06CB-62020E60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1F83A3-E7FF-4822-873B-489609A4F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7012" y="1904999"/>
            <a:ext cx="11810999" cy="4495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800" dirty="0"/>
              <a:t>   </a:t>
            </a:r>
            <a:r>
              <a:rPr lang="en-GB" sz="1800" dirty="0" err="1"/>
              <a:t>Satul</a:t>
            </a:r>
            <a:r>
              <a:rPr lang="en-GB" sz="1800" dirty="0"/>
              <a:t> </a:t>
            </a:r>
            <a:r>
              <a:rPr lang="en-GB" sz="1800" dirty="0" err="1"/>
              <a:t>românesc</a:t>
            </a:r>
            <a:r>
              <a:rPr lang="en-GB" sz="1800" dirty="0"/>
              <a:t> a </a:t>
            </a:r>
            <a:r>
              <a:rPr lang="en-GB" sz="1800" dirty="0" err="1"/>
              <a:t>trecut</a:t>
            </a:r>
            <a:r>
              <a:rPr lang="en-GB" sz="1800" dirty="0"/>
              <a:t> </a:t>
            </a:r>
            <a:r>
              <a:rPr lang="en-GB" sz="1800" dirty="0" err="1"/>
              <a:t>prin</a:t>
            </a:r>
            <a:r>
              <a:rPr lang="en-GB" sz="1800" dirty="0"/>
              <a:t> </a:t>
            </a:r>
            <a:r>
              <a:rPr lang="en-GB" sz="1800" dirty="0" err="1"/>
              <a:t>vremuri</a:t>
            </a:r>
            <a:r>
              <a:rPr lang="en-GB" sz="1800" dirty="0"/>
              <a:t> </a:t>
            </a:r>
            <a:r>
              <a:rPr lang="en-GB" sz="1800" dirty="0" err="1"/>
              <a:t>grele</a:t>
            </a:r>
            <a:r>
              <a:rPr lang="en-GB" sz="1800" dirty="0"/>
              <a:t> </a:t>
            </a:r>
            <a:r>
              <a:rPr lang="en-GB" sz="1800" dirty="0" err="1"/>
              <a:t>când</a:t>
            </a:r>
            <a:r>
              <a:rPr lang="en-GB" sz="1800" dirty="0"/>
              <a:t> s-a </a:t>
            </a:r>
            <a:r>
              <a:rPr lang="en-GB" sz="1800" dirty="0" err="1"/>
              <a:t>făcut</a:t>
            </a:r>
            <a:r>
              <a:rPr lang="en-GB" sz="1800" dirty="0"/>
              <a:t> </a:t>
            </a:r>
            <a:r>
              <a:rPr lang="en-GB" sz="1800" dirty="0" err="1"/>
              <a:t>colectivizarea</a:t>
            </a:r>
            <a:r>
              <a:rPr lang="en-GB" sz="1800" dirty="0"/>
              <a:t>, </a:t>
            </a:r>
            <a:r>
              <a:rPr lang="en-GB" sz="1800" dirty="0" err="1"/>
              <a:t>țăranii</a:t>
            </a:r>
            <a:r>
              <a:rPr lang="en-GB" sz="1800" dirty="0"/>
              <a:t> au </a:t>
            </a:r>
            <a:r>
              <a:rPr lang="en-GB" sz="1800" dirty="0" err="1"/>
              <a:t>pierdut</a:t>
            </a:r>
            <a:r>
              <a:rPr lang="en-GB" sz="1800" dirty="0"/>
              <a:t> tot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aveau</a:t>
            </a:r>
            <a:r>
              <a:rPr lang="en-GB" sz="1800" dirty="0"/>
              <a:t>: </a:t>
            </a:r>
            <a:r>
              <a:rPr lang="en-GB" sz="1800" dirty="0" err="1"/>
              <a:t>pământul</a:t>
            </a:r>
            <a:r>
              <a:rPr lang="en-GB" sz="1800" dirty="0"/>
              <a:t>, </a:t>
            </a:r>
            <a:r>
              <a:rPr lang="en-GB" sz="1800" dirty="0" err="1"/>
              <a:t>animalele</a:t>
            </a:r>
            <a:r>
              <a:rPr lang="en-GB" sz="1800" dirty="0"/>
              <a:t>, </a:t>
            </a:r>
            <a:r>
              <a:rPr lang="en-GB" sz="1800" dirty="0" err="1"/>
              <a:t>uneltele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șansa</a:t>
            </a:r>
            <a:r>
              <a:rPr lang="en-GB" sz="1800" dirty="0"/>
              <a:t> de a </a:t>
            </a:r>
            <a:r>
              <a:rPr lang="en-GB" sz="1800" dirty="0" err="1"/>
              <a:t>munci</a:t>
            </a:r>
            <a:r>
              <a:rPr lang="en-GB" sz="1800" dirty="0"/>
              <a:t> </a:t>
            </a:r>
            <a:r>
              <a:rPr lang="en-GB" sz="1800" dirty="0" err="1"/>
              <a:t>liberi</a:t>
            </a:r>
            <a:r>
              <a:rPr lang="en-GB" sz="1800" dirty="0"/>
              <a:t>. Cine nu </a:t>
            </a:r>
            <a:r>
              <a:rPr lang="en-GB" sz="1800" dirty="0" err="1"/>
              <a:t>asculta</a:t>
            </a:r>
            <a:r>
              <a:rPr lang="en-GB" sz="1800" dirty="0"/>
              <a:t> era </a:t>
            </a:r>
            <a:r>
              <a:rPr lang="en-GB" sz="1800" dirty="0" err="1"/>
              <a:t>luat</a:t>
            </a:r>
            <a:r>
              <a:rPr lang="en-GB" sz="1800" dirty="0"/>
              <a:t> de </a:t>
            </a:r>
            <a:r>
              <a:rPr lang="en-GB" sz="1800" dirty="0" err="1"/>
              <a:t>poliție</a:t>
            </a:r>
            <a:r>
              <a:rPr lang="en-GB" sz="1800" dirty="0"/>
              <a:t>, era </a:t>
            </a:r>
            <a:r>
              <a:rPr lang="en-GB" sz="1800" dirty="0" err="1"/>
              <a:t>bătut</a:t>
            </a:r>
            <a:r>
              <a:rPr lang="en-GB" sz="1800" dirty="0"/>
              <a:t>, </a:t>
            </a:r>
            <a:r>
              <a:rPr lang="en-GB" sz="1800" dirty="0" err="1"/>
              <a:t>trimis</a:t>
            </a:r>
            <a:r>
              <a:rPr lang="en-GB" sz="1800" dirty="0"/>
              <a:t> </a:t>
            </a:r>
            <a:r>
              <a:rPr lang="en-GB" sz="1800" dirty="0" err="1"/>
              <a:t>foarte</a:t>
            </a:r>
            <a:r>
              <a:rPr lang="en-GB" sz="1800" dirty="0"/>
              <a:t> </a:t>
            </a:r>
            <a:r>
              <a:rPr lang="en-GB" sz="1800" dirty="0" err="1"/>
              <a:t>departe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era </a:t>
            </a:r>
            <a:r>
              <a:rPr lang="en-GB" sz="1800" dirty="0" err="1"/>
              <a:t>numit</a:t>
            </a:r>
            <a:r>
              <a:rPr lang="en-GB" sz="1800" dirty="0"/>
              <a:t> „</a:t>
            </a:r>
            <a:r>
              <a:rPr lang="en-GB" sz="1800" dirty="0" err="1"/>
              <a:t>sabotator</a:t>
            </a:r>
            <a:r>
              <a:rPr lang="en-GB" sz="1800" dirty="0"/>
              <a:t>”. </a:t>
            </a:r>
            <a:r>
              <a:rPr lang="en-GB" sz="1800" dirty="0" err="1"/>
              <a:t>Colectivizarea</a:t>
            </a:r>
            <a:r>
              <a:rPr lang="en-GB" sz="1800" dirty="0"/>
              <a:t> nu a </a:t>
            </a:r>
            <a:r>
              <a:rPr lang="en-GB" sz="1800" dirty="0" err="1"/>
              <a:t>fost</a:t>
            </a:r>
            <a:r>
              <a:rPr lang="en-GB" sz="1800" dirty="0"/>
              <a:t> o </a:t>
            </a:r>
            <a:r>
              <a:rPr lang="en-GB" sz="1800" dirty="0" err="1"/>
              <a:t>modernizare</a:t>
            </a:r>
            <a:r>
              <a:rPr lang="en-GB" sz="1800" dirty="0"/>
              <a:t> </a:t>
            </a:r>
            <a:r>
              <a:rPr lang="en-GB" sz="1800" dirty="0" err="1"/>
              <a:t>liniștită</a:t>
            </a:r>
            <a:r>
              <a:rPr lang="en-GB" sz="1800" dirty="0"/>
              <a:t>, ci o </a:t>
            </a:r>
            <a:r>
              <a:rPr lang="en-GB" sz="1800" dirty="0" err="1"/>
              <a:t>campanie</a:t>
            </a:r>
            <a:r>
              <a:rPr lang="en-GB" sz="1800" dirty="0"/>
              <a:t> de </a:t>
            </a:r>
            <a:r>
              <a:rPr lang="en-GB" sz="1800" dirty="0" err="1"/>
              <a:t>constrângere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teroare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en-GB" sz="1800" dirty="0"/>
              <a:t> </a:t>
            </a:r>
            <a:r>
              <a:rPr lang="ro-RO" sz="1800" dirty="0"/>
              <a:t>  </a:t>
            </a:r>
            <a:r>
              <a:rPr lang="en-GB" sz="1800" dirty="0"/>
              <a:t> </a:t>
            </a:r>
            <a:r>
              <a:rPr lang="en-GB" sz="1800" dirty="0" err="1"/>
              <a:t>Oamenii</a:t>
            </a:r>
            <a:r>
              <a:rPr lang="en-GB" sz="1800" dirty="0"/>
              <a:t> nu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aveau</a:t>
            </a:r>
            <a:r>
              <a:rPr lang="en-GB" sz="1800" dirty="0"/>
              <a:t> </a:t>
            </a:r>
            <a:r>
              <a:rPr lang="en-GB" sz="1800" dirty="0" err="1"/>
              <a:t>ce</a:t>
            </a:r>
            <a:r>
              <a:rPr lang="en-GB" sz="1800" dirty="0"/>
              <a:t> era al lor </a:t>
            </a:r>
            <a:r>
              <a:rPr lang="en-GB" sz="1800" dirty="0" err="1"/>
              <a:t>și</a:t>
            </a:r>
            <a:r>
              <a:rPr lang="en-GB" sz="1800" dirty="0"/>
              <a:t> nu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puteau</a:t>
            </a:r>
            <a:r>
              <a:rPr lang="en-GB" sz="1800" dirty="0"/>
              <a:t> decide </a:t>
            </a:r>
            <a:r>
              <a:rPr lang="en-GB" sz="1800" dirty="0" err="1"/>
              <a:t>pentru</a:t>
            </a:r>
            <a:r>
              <a:rPr lang="en-GB" sz="1800" dirty="0"/>
              <a:t> </a:t>
            </a:r>
            <a:r>
              <a:rPr lang="en-GB" sz="1800" dirty="0" err="1"/>
              <a:t>ei</a:t>
            </a:r>
            <a:r>
              <a:rPr lang="en-GB" sz="1800" dirty="0"/>
              <a:t>. </a:t>
            </a:r>
            <a:r>
              <a:rPr lang="en-GB" sz="1800" dirty="0" err="1"/>
              <a:t>În</a:t>
            </a:r>
            <a:r>
              <a:rPr lang="en-GB" sz="1800" dirty="0"/>
              <a:t> plus, </a:t>
            </a:r>
            <a:r>
              <a:rPr lang="en-GB" sz="1800" dirty="0" err="1"/>
              <a:t>agricultura</a:t>
            </a:r>
            <a:r>
              <a:rPr lang="en-GB" sz="1800" dirty="0"/>
              <a:t> a </a:t>
            </a:r>
            <a:r>
              <a:rPr lang="en-GB" sz="1800" dirty="0" err="1"/>
              <a:t>rămas</a:t>
            </a:r>
            <a:r>
              <a:rPr lang="en-GB" sz="1800" dirty="0"/>
              <a:t> slab </a:t>
            </a:r>
            <a:r>
              <a:rPr lang="en-GB" sz="1800" dirty="0" err="1"/>
              <a:t>eficientă</a:t>
            </a:r>
            <a:r>
              <a:rPr lang="en-GB" sz="1800" dirty="0"/>
              <a:t>, </a:t>
            </a:r>
            <a:r>
              <a:rPr lang="en-GB" sz="1800" dirty="0" err="1"/>
              <a:t>iar</a:t>
            </a:r>
            <a:r>
              <a:rPr lang="en-GB" sz="1800" dirty="0"/>
              <a:t> </a:t>
            </a:r>
            <a:r>
              <a:rPr lang="en-GB" sz="1800" dirty="0" err="1"/>
              <a:t>chiar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anii</a:t>
            </a:r>
            <a:r>
              <a:rPr lang="en-GB" sz="1800" dirty="0"/>
              <a:t> ’80 </a:t>
            </a:r>
            <a:r>
              <a:rPr lang="en-GB" sz="1800" dirty="0" err="1"/>
              <a:t>existau</a:t>
            </a:r>
            <a:r>
              <a:rPr lang="en-GB" sz="1800" dirty="0"/>
              <a:t> </a:t>
            </a:r>
            <a:r>
              <a:rPr lang="en-GB" sz="1800" dirty="0" err="1"/>
              <a:t>lipsuri</a:t>
            </a:r>
            <a:r>
              <a:rPr lang="en-GB" sz="1800" dirty="0"/>
              <a:t> de </a:t>
            </a:r>
            <a:r>
              <a:rPr lang="en-GB" sz="1800" dirty="0" err="1"/>
              <a:t>îngrășăminte</a:t>
            </a:r>
            <a:r>
              <a:rPr lang="en-GB" sz="1800" dirty="0"/>
              <a:t>, pesticide, </a:t>
            </a:r>
            <a:r>
              <a:rPr lang="en-GB" sz="1800" dirty="0" err="1"/>
              <a:t>combustibil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forță</a:t>
            </a:r>
            <a:r>
              <a:rPr lang="en-GB" sz="1800" dirty="0"/>
              <a:t> de </a:t>
            </a:r>
            <a:r>
              <a:rPr lang="en-GB" sz="1800" dirty="0" err="1"/>
              <a:t>muncă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   </a:t>
            </a:r>
            <a:r>
              <a:rPr lang="en-GB" sz="1800" dirty="0" err="1"/>
              <a:t>Sistemul</a:t>
            </a:r>
            <a:r>
              <a:rPr lang="en-GB" sz="1800" dirty="0"/>
              <a:t> de </a:t>
            </a:r>
            <a:r>
              <a:rPr lang="en-GB" sz="1800" dirty="0" err="1"/>
              <a:t>sănătate</a:t>
            </a:r>
            <a:r>
              <a:rPr lang="en-GB" sz="1800" dirty="0"/>
              <a:t> din </a:t>
            </a:r>
            <a:r>
              <a:rPr lang="en-GB" sz="1800" dirty="0" err="1"/>
              <a:t>timpul</a:t>
            </a:r>
            <a:r>
              <a:rPr lang="en-GB" sz="1800" dirty="0"/>
              <a:t> </a:t>
            </a:r>
            <a:r>
              <a:rPr lang="en-GB" sz="1800" dirty="0" err="1"/>
              <a:t>comunismului</a:t>
            </a:r>
            <a:r>
              <a:rPr lang="en-GB" sz="1800" dirty="0"/>
              <a:t> </a:t>
            </a:r>
            <a:r>
              <a:rPr lang="en-GB" sz="1800" dirty="0" err="1"/>
              <a:t>pretindea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are </a:t>
            </a:r>
            <a:r>
              <a:rPr lang="en-GB" sz="1800" dirty="0" err="1"/>
              <a:t>grijă</a:t>
            </a:r>
            <a:r>
              <a:rPr lang="en-GB" sz="1800" dirty="0"/>
              <a:t> de </a:t>
            </a:r>
            <a:r>
              <a:rPr lang="en-GB" sz="1800" dirty="0" err="1"/>
              <a:t>toți</a:t>
            </a:r>
            <a:r>
              <a:rPr lang="en-GB" sz="1800" dirty="0"/>
              <a:t>, </a:t>
            </a:r>
            <a:r>
              <a:rPr lang="en-GB" sz="1800" dirty="0" err="1"/>
              <a:t>dar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fapt</a:t>
            </a:r>
            <a:r>
              <a:rPr lang="en-GB" sz="1800" dirty="0"/>
              <a:t> nu era </a:t>
            </a:r>
            <a:r>
              <a:rPr lang="en-GB" sz="1800" dirty="0" err="1"/>
              <a:t>așa</a:t>
            </a:r>
            <a:r>
              <a:rPr lang="en-GB" sz="1800" dirty="0"/>
              <a:t>. Mai ales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anii</a:t>
            </a:r>
            <a:r>
              <a:rPr lang="en-GB" sz="1800" dirty="0"/>
              <a:t> ’80, </a:t>
            </a:r>
            <a:r>
              <a:rPr lang="en-GB" sz="1800" dirty="0" err="1"/>
              <a:t>mulți</a:t>
            </a:r>
            <a:r>
              <a:rPr lang="en-GB" sz="1800" dirty="0"/>
              <a:t> nu </a:t>
            </a:r>
            <a:r>
              <a:rPr lang="en-GB" sz="1800" dirty="0" err="1"/>
              <a:t>primeau</a:t>
            </a:r>
            <a:r>
              <a:rPr lang="en-GB" sz="1800" dirty="0"/>
              <a:t> </a:t>
            </a:r>
            <a:r>
              <a:rPr lang="en-GB" sz="1800" dirty="0" err="1"/>
              <a:t>ajutor</a:t>
            </a:r>
            <a:r>
              <a:rPr lang="en-GB" sz="1800" dirty="0"/>
              <a:t>, de </a:t>
            </a:r>
            <a:r>
              <a:rPr lang="en-GB" sz="1800" dirty="0" err="1"/>
              <a:t>asemenea</a:t>
            </a:r>
            <a:r>
              <a:rPr lang="en-GB" sz="1800" dirty="0"/>
              <a:t> </a:t>
            </a:r>
            <a:r>
              <a:rPr lang="en-GB" sz="1800" dirty="0" err="1"/>
              <a:t>doctorii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spitalele</a:t>
            </a:r>
            <a:r>
              <a:rPr lang="en-GB" sz="1800" dirty="0"/>
              <a:t> au </a:t>
            </a:r>
            <a:r>
              <a:rPr lang="en-GB" sz="1800" dirty="0" err="1"/>
              <a:t>avut</a:t>
            </a:r>
            <a:r>
              <a:rPr lang="en-GB" sz="1800" dirty="0"/>
              <a:t> de </a:t>
            </a:r>
            <a:r>
              <a:rPr lang="en-GB" sz="1800" dirty="0" err="1"/>
              <a:t>suferit</a:t>
            </a:r>
            <a:r>
              <a:rPr lang="en-GB" sz="1800" dirty="0"/>
              <a:t>, </a:t>
            </a:r>
            <a:r>
              <a:rPr lang="en-GB" sz="1800" dirty="0" err="1"/>
              <a:t>fiindcă</a:t>
            </a:r>
            <a:r>
              <a:rPr lang="en-GB" sz="1800" dirty="0"/>
              <a:t> </a:t>
            </a:r>
            <a:r>
              <a:rPr lang="en-GB" sz="1800" dirty="0" err="1"/>
              <a:t>proritară</a:t>
            </a:r>
            <a:r>
              <a:rPr lang="en-GB" sz="1800" dirty="0"/>
              <a:t> era </a:t>
            </a:r>
            <a:r>
              <a:rPr lang="en-GB" sz="1800" dirty="0" err="1"/>
              <a:t>plata</a:t>
            </a:r>
            <a:r>
              <a:rPr lang="en-GB" sz="1800" dirty="0"/>
              <a:t> </a:t>
            </a:r>
            <a:r>
              <a:rPr lang="en-GB" sz="1800" dirty="0" err="1"/>
              <a:t>datoriei</a:t>
            </a:r>
            <a:r>
              <a:rPr lang="en-GB" sz="1800" dirty="0"/>
              <a:t> externe. </a:t>
            </a:r>
            <a:r>
              <a:rPr lang="en-GB" sz="1800" dirty="0" err="1"/>
              <a:t>Oamenii</a:t>
            </a:r>
            <a:r>
              <a:rPr lang="en-GB" sz="1800" dirty="0"/>
              <a:t> din </a:t>
            </a:r>
            <a:r>
              <a:rPr lang="en-GB" sz="1800" dirty="0" err="1"/>
              <a:t>România</a:t>
            </a:r>
            <a:r>
              <a:rPr lang="en-GB" sz="1800" dirty="0"/>
              <a:t> </a:t>
            </a:r>
            <a:r>
              <a:rPr lang="en-GB" sz="1800" dirty="0" err="1"/>
              <a:t>trăiau</a:t>
            </a:r>
            <a:r>
              <a:rPr lang="en-GB" sz="1800" dirty="0"/>
              <a:t>,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medie</a:t>
            </a:r>
            <a:r>
              <a:rPr lang="en-GB" sz="1800" dirty="0"/>
              <a:t>,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puțin</a:t>
            </a:r>
            <a:r>
              <a:rPr lang="en-GB" sz="1800" dirty="0"/>
              <a:t> </a:t>
            </a:r>
            <a:r>
              <a:rPr lang="en-GB" sz="1800" dirty="0" err="1"/>
              <a:t>decât</a:t>
            </a:r>
            <a:r>
              <a:rPr lang="en-GB" sz="1800" dirty="0"/>
              <a:t> </a:t>
            </a:r>
            <a:r>
              <a:rPr lang="en-GB" sz="1800" dirty="0" err="1"/>
              <a:t>cei</a:t>
            </a:r>
            <a:r>
              <a:rPr lang="en-GB" sz="1800" dirty="0"/>
              <a:t> din </a:t>
            </a:r>
            <a:r>
              <a:rPr lang="en-GB" sz="1800" dirty="0" err="1"/>
              <a:t>alte</a:t>
            </a:r>
            <a:r>
              <a:rPr lang="en-GB" sz="1800" dirty="0"/>
              <a:t> </a:t>
            </a:r>
            <a:r>
              <a:rPr lang="en-GB" sz="1800" dirty="0" err="1"/>
              <a:t>țări</a:t>
            </a:r>
            <a:r>
              <a:rPr lang="en-GB" sz="1800" dirty="0"/>
              <a:t> din </a:t>
            </a:r>
            <a:r>
              <a:rPr lang="en-GB" sz="1800" dirty="0" err="1"/>
              <a:t>centru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estul</a:t>
            </a:r>
            <a:r>
              <a:rPr lang="en-GB" sz="1800" dirty="0"/>
              <a:t> </a:t>
            </a:r>
            <a:r>
              <a:rPr lang="en-GB" sz="1800" dirty="0" err="1"/>
              <a:t>Europei</a:t>
            </a:r>
            <a:r>
              <a:rPr lang="en-GB" sz="1800" dirty="0"/>
              <a:t>. Asta </a:t>
            </a:r>
            <a:r>
              <a:rPr lang="en-GB" sz="1800" dirty="0" err="1"/>
              <a:t>arată</a:t>
            </a:r>
            <a:r>
              <a:rPr lang="en-GB" sz="1800" dirty="0"/>
              <a:t> </a:t>
            </a:r>
            <a:r>
              <a:rPr lang="en-GB" sz="1800" dirty="0" err="1"/>
              <a:t>cât</a:t>
            </a:r>
            <a:r>
              <a:rPr lang="en-GB" sz="1800" dirty="0"/>
              <a:t> de </a:t>
            </a:r>
            <a:r>
              <a:rPr lang="en-GB" sz="1800" dirty="0" err="1"/>
              <a:t>grea</a:t>
            </a:r>
            <a:r>
              <a:rPr lang="en-GB" sz="1800" dirty="0"/>
              <a:t> era </a:t>
            </a:r>
            <a:r>
              <a:rPr lang="en-GB" sz="1800" dirty="0" err="1"/>
              <a:t>viața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cât</a:t>
            </a:r>
            <a:r>
              <a:rPr lang="en-GB" sz="1800" dirty="0"/>
              <a:t> de </a:t>
            </a:r>
            <a:r>
              <a:rPr lang="en-GB" sz="1800" dirty="0" err="1"/>
              <a:t>puțin</a:t>
            </a:r>
            <a:r>
              <a:rPr lang="en-GB" sz="1800" dirty="0"/>
              <a:t> se </a:t>
            </a:r>
            <a:r>
              <a:rPr lang="en-GB" sz="1800" dirty="0" err="1"/>
              <a:t>făcea</a:t>
            </a:r>
            <a:r>
              <a:rPr lang="en-GB" sz="1800" dirty="0"/>
              <a:t> </a:t>
            </a:r>
            <a:r>
              <a:rPr lang="en-GB" sz="1800" dirty="0" err="1"/>
              <a:t>pentru</a:t>
            </a:r>
            <a:r>
              <a:rPr lang="en-GB" sz="1800" dirty="0"/>
              <a:t> </a:t>
            </a:r>
            <a:r>
              <a:rPr lang="en-GB" sz="1800" dirty="0" err="1"/>
              <a:t>cei</a:t>
            </a:r>
            <a:r>
              <a:rPr lang="en-GB" sz="1800" dirty="0"/>
              <a:t> </a:t>
            </a:r>
            <a:r>
              <a:rPr lang="en-GB" sz="1800" dirty="0" err="1"/>
              <a:t>bolnavi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  </a:t>
            </a:r>
            <a:r>
              <a:rPr lang="en-GB" sz="1800" dirty="0"/>
              <a:t> Una </a:t>
            </a:r>
            <a:r>
              <a:rPr lang="en-GB" sz="1800" dirty="0" err="1"/>
              <a:t>dintre</a:t>
            </a:r>
            <a:r>
              <a:rPr lang="en-GB" sz="1800" dirty="0"/>
              <a:t> </a:t>
            </a:r>
            <a:r>
              <a:rPr lang="en-GB" sz="1800" dirty="0" err="1"/>
              <a:t>cele</a:t>
            </a:r>
            <a:r>
              <a:rPr lang="en-GB" sz="1800" dirty="0"/>
              <a:t> </a:t>
            </a:r>
            <a:r>
              <a:rPr lang="en-GB" sz="1800" dirty="0" err="1"/>
              <a:t>mai</a:t>
            </a:r>
            <a:r>
              <a:rPr lang="en-GB" sz="1800" dirty="0"/>
              <a:t> grave </a:t>
            </a:r>
            <a:r>
              <a:rPr lang="en-GB" sz="1800" dirty="0" err="1"/>
              <a:t>legi</a:t>
            </a:r>
            <a:r>
              <a:rPr lang="en-GB" sz="1800" dirty="0"/>
              <a:t> a </a:t>
            </a:r>
            <a:r>
              <a:rPr lang="en-GB" sz="1800" dirty="0" err="1"/>
              <a:t>fost</a:t>
            </a:r>
            <a:r>
              <a:rPr lang="en-GB" sz="1800" dirty="0"/>
              <a:t> </a:t>
            </a:r>
            <a:r>
              <a:rPr lang="en-GB" sz="1800" dirty="0" err="1"/>
              <a:t>Decretul</a:t>
            </a:r>
            <a:r>
              <a:rPr lang="en-GB" sz="1800" dirty="0"/>
              <a:t> 770 din </a:t>
            </a:r>
            <a:r>
              <a:rPr lang="en-GB" sz="1800" dirty="0" err="1"/>
              <a:t>anul</a:t>
            </a:r>
            <a:r>
              <a:rPr lang="en-GB" sz="1800" dirty="0"/>
              <a:t> 1966. Prin </a:t>
            </a:r>
            <a:r>
              <a:rPr lang="en-GB" sz="1800" dirty="0" err="1"/>
              <a:t>acesta</a:t>
            </a:r>
            <a:r>
              <a:rPr lang="en-GB" sz="1800" dirty="0"/>
              <a:t>, </a:t>
            </a:r>
            <a:r>
              <a:rPr lang="en-GB" sz="1800" dirty="0" err="1"/>
              <a:t>avortul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metodele</a:t>
            </a:r>
            <a:r>
              <a:rPr lang="en-GB" sz="1800" dirty="0"/>
              <a:t> de a nu </a:t>
            </a:r>
            <a:r>
              <a:rPr lang="en-GB" sz="1800" dirty="0" err="1"/>
              <a:t>avea</a:t>
            </a:r>
            <a:r>
              <a:rPr lang="en-GB" sz="1800" dirty="0"/>
              <a:t> </a:t>
            </a:r>
            <a:r>
              <a:rPr lang="en-GB" sz="1800" dirty="0" err="1"/>
              <a:t>copii</a:t>
            </a:r>
            <a:r>
              <a:rPr lang="en-GB" sz="1800" dirty="0"/>
              <a:t> au </a:t>
            </a:r>
            <a:r>
              <a:rPr lang="en-GB" sz="1800" dirty="0" err="1"/>
              <a:t>fost</a:t>
            </a:r>
            <a:r>
              <a:rPr lang="en-GB" sz="1800" dirty="0"/>
              <a:t> </a:t>
            </a:r>
            <a:r>
              <a:rPr lang="en-GB" sz="1800" dirty="0" err="1"/>
              <a:t>puse</a:t>
            </a:r>
            <a:r>
              <a:rPr lang="en-GB" sz="1800" dirty="0"/>
              <a:t> sub control strict. </a:t>
            </a:r>
            <a:r>
              <a:rPr lang="en-GB" sz="1800" dirty="0" err="1"/>
              <a:t>Unii</a:t>
            </a:r>
            <a:r>
              <a:rPr lang="en-GB" sz="1800" dirty="0"/>
              <a:t> </a:t>
            </a:r>
            <a:r>
              <a:rPr lang="en-GB" sz="1800" dirty="0" err="1"/>
              <a:t>oameni</a:t>
            </a:r>
            <a:r>
              <a:rPr lang="en-GB" sz="1800" dirty="0"/>
              <a:t> de </a:t>
            </a:r>
            <a:r>
              <a:rPr lang="en-GB" sz="1800" dirty="0" err="1"/>
              <a:t>știință</a:t>
            </a:r>
            <a:r>
              <a:rPr lang="en-GB" sz="1800" dirty="0"/>
              <a:t> au </a:t>
            </a:r>
            <a:r>
              <a:rPr lang="en-GB" sz="1800" dirty="0" err="1"/>
              <a:t>scris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ziare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, </a:t>
            </a:r>
            <a:r>
              <a:rPr lang="en-GB" sz="1800" dirty="0" err="1"/>
              <a:t>între</a:t>
            </a:r>
            <a:r>
              <a:rPr lang="en-GB" sz="1800" dirty="0"/>
              <a:t> 1966 </a:t>
            </a:r>
            <a:r>
              <a:rPr lang="en-GB" sz="1800" dirty="0" err="1"/>
              <a:t>și</a:t>
            </a:r>
            <a:r>
              <a:rPr lang="en-GB" sz="1800" dirty="0"/>
              <a:t> 1989, au </a:t>
            </a:r>
            <a:r>
              <a:rPr lang="en-GB" sz="1800" dirty="0" err="1"/>
              <a:t>fost</a:t>
            </a:r>
            <a:r>
              <a:rPr lang="en-GB" sz="1800" dirty="0"/>
              <a:t> </a:t>
            </a:r>
            <a:r>
              <a:rPr lang="en-GB" sz="1800" dirty="0" err="1"/>
              <a:t>anunțate</a:t>
            </a:r>
            <a:r>
              <a:rPr lang="en-GB" sz="1800" dirty="0"/>
              <a:t> 9.542 de </a:t>
            </a:r>
            <a:r>
              <a:rPr lang="en-GB" sz="1800" dirty="0" err="1"/>
              <a:t>morți</a:t>
            </a:r>
            <a:r>
              <a:rPr lang="en-GB" sz="1800" dirty="0"/>
              <a:t> ale </a:t>
            </a:r>
            <a:r>
              <a:rPr lang="en-GB" sz="1800" dirty="0" err="1"/>
              <a:t>mamelor</a:t>
            </a:r>
            <a:r>
              <a:rPr lang="en-GB" sz="1800" dirty="0"/>
              <a:t> care au </a:t>
            </a:r>
            <a:r>
              <a:rPr lang="en-GB" sz="1800" dirty="0" err="1"/>
              <a:t>încercat</a:t>
            </a:r>
            <a:r>
              <a:rPr lang="en-GB" sz="1800" dirty="0"/>
              <a:t>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avorteze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au </a:t>
            </a:r>
            <a:r>
              <a:rPr lang="en-GB" sz="1800" dirty="0" err="1"/>
              <a:t>avut</a:t>
            </a:r>
            <a:r>
              <a:rPr lang="en-GB" sz="1800" dirty="0"/>
              <a:t> </a:t>
            </a:r>
            <a:r>
              <a:rPr lang="en-GB" sz="1800" dirty="0" err="1"/>
              <a:t>probleme</a:t>
            </a:r>
            <a:r>
              <a:rPr lang="en-GB" sz="1800" dirty="0"/>
              <a:t> la </a:t>
            </a:r>
            <a:r>
              <a:rPr lang="en-GB" sz="1800" dirty="0" err="1"/>
              <a:t>naștere</a:t>
            </a:r>
            <a:r>
              <a:rPr lang="en-GB" sz="1800" dirty="0"/>
              <a:t>. Alte </a:t>
            </a:r>
            <a:r>
              <a:rPr lang="en-GB" sz="1800" dirty="0" err="1"/>
              <a:t>studii</a:t>
            </a:r>
            <a:r>
              <a:rPr lang="en-GB" sz="1800" dirty="0"/>
              <a:t> spun </a:t>
            </a:r>
            <a:r>
              <a:rPr lang="en-GB" sz="1800" dirty="0" err="1"/>
              <a:t>că</a:t>
            </a:r>
            <a:r>
              <a:rPr lang="en-GB" sz="1800" dirty="0"/>
              <a:t> </a:t>
            </a:r>
            <a:r>
              <a:rPr lang="en-GB" sz="1800" dirty="0" err="1"/>
              <a:t>mortalitatea</a:t>
            </a:r>
            <a:r>
              <a:rPr lang="en-GB" sz="1800" dirty="0"/>
              <a:t> </a:t>
            </a:r>
            <a:r>
              <a:rPr lang="en-GB" sz="1800" dirty="0" err="1"/>
              <a:t>maternă</a:t>
            </a:r>
            <a:r>
              <a:rPr lang="en-GB" sz="1800" dirty="0"/>
              <a:t> </a:t>
            </a:r>
            <a:r>
              <a:rPr lang="en-GB" sz="1800" dirty="0" err="1"/>
              <a:t>ajunsese</a:t>
            </a:r>
            <a:r>
              <a:rPr lang="en-GB" sz="1800" dirty="0"/>
              <a:t> </a:t>
            </a:r>
            <a:r>
              <a:rPr lang="en-GB" sz="1800" dirty="0" err="1"/>
              <a:t>printre</a:t>
            </a:r>
            <a:r>
              <a:rPr lang="en-GB" sz="1800" dirty="0"/>
              <a:t> </a:t>
            </a:r>
            <a:r>
              <a:rPr lang="en-GB" sz="1800" dirty="0" err="1"/>
              <a:t>cele</a:t>
            </a:r>
            <a:r>
              <a:rPr lang="en-GB" sz="1800" dirty="0"/>
              <a:t>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ridicate</a:t>
            </a:r>
            <a:r>
              <a:rPr lang="en-GB" sz="1800" dirty="0"/>
              <a:t> din Europa.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812" y="-329408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5</a:t>
            </a:r>
            <a:r>
              <a:rPr lang="en-GB" sz="2800" dirty="0"/>
              <a:t>. </a:t>
            </a:r>
            <a:r>
              <a:rPr lang="en-GB" sz="2800" dirty="0" err="1"/>
              <a:t>Nivelul</a:t>
            </a:r>
            <a:r>
              <a:rPr lang="en-GB" sz="2800" dirty="0"/>
              <a:t> de </a:t>
            </a:r>
            <a:r>
              <a:rPr lang="en-GB" sz="2800" dirty="0" err="1"/>
              <a:t>trai</a:t>
            </a:r>
            <a:r>
              <a:rPr lang="ro-RO" sz="2800" dirty="0"/>
              <a:t> și locurile de muncă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3212" y="1752600"/>
            <a:ext cx="11582399" cy="4648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800" dirty="0"/>
              <a:t>   </a:t>
            </a:r>
            <a:r>
              <a:rPr lang="en-GB" sz="1800" dirty="0" err="1"/>
              <a:t>Aici</a:t>
            </a:r>
            <a:r>
              <a:rPr lang="en-GB" sz="1800" dirty="0"/>
              <a:t> </a:t>
            </a:r>
            <a:r>
              <a:rPr lang="en-GB" sz="1800" dirty="0" err="1"/>
              <a:t>trebuie</a:t>
            </a:r>
            <a:r>
              <a:rPr lang="en-GB" sz="1800" dirty="0"/>
              <a:t>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dărâmăm</a:t>
            </a:r>
            <a:r>
              <a:rPr lang="en-GB" sz="1800" dirty="0"/>
              <a:t> </a:t>
            </a:r>
            <a:r>
              <a:rPr lang="en-GB" sz="1800" dirty="0" err="1"/>
              <a:t>unul</a:t>
            </a:r>
            <a:r>
              <a:rPr lang="en-GB" sz="1800" dirty="0"/>
              <a:t> </a:t>
            </a:r>
            <a:r>
              <a:rPr lang="en-GB" sz="1800" dirty="0" err="1"/>
              <a:t>dintre</a:t>
            </a:r>
            <a:r>
              <a:rPr lang="en-GB" sz="1800" dirty="0"/>
              <a:t> </a:t>
            </a:r>
            <a:r>
              <a:rPr lang="en-GB" sz="1800" dirty="0" err="1"/>
              <a:t>miturile</a:t>
            </a:r>
            <a:r>
              <a:rPr lang="en-GB" sz="1800" dirty="0"/>
              <a:t> care </a:t>
            </a:r>
            <a:r>
              <a:rPr lang="en-GB" sz="1800" dirty="0" err="1"/>
              <a:t>spune</a:t>
            </a:r>
            <a:r>
              <a:rPr lang="en-GB" sz="1800" dirty="0"/>
              <a:t>: cum </a:t>
            </a:r>
            <a:r>
              <a:rPr lang="en-GB" sz="1800" dirty="0" err="1"/>
              <a:t>că</a:t>
            </a:r>
            <a:r>
              <a:rPr lang="en-GB" sz="1800" dirty="0"/>
              <a:t> „pe </a:t>
            </a:r>
            <a:r>
              <a:rPr lang="en-GB" sz="1800" dirty="0" err="1"/>
              <a:t>timpul</a:t>
            </a:r>
            <a:r>
              <a:rPr lang="en-GB" sz="1800" dirty="0"/>
              <a:t> </a:t>
            </a:r>
            <a:r>
              <a:rPr lang="en-GB" sz="1800" dirty="0" err="1"/>
              <a:t>comunismului</a:t>
            </a:r>
            <a:r>
              <a:rPr lang="en-GB" sz="1800" dirty="0"/>
              <a:t> </a:t>
            </a:r>
            <a:r>
              <a:rPr lang="en-GB" sz="1800" dirty="0" err="1"/>
              <a:t>toți</a:t>
            </a:r>
            <a:r>
              <a:rPr lang="en-GB" sz="1800" dirty="0"/>
              <a:t> </a:t>
            </a:r>
            <a:r>
              <a:rPr lang="en-GB" sz="1800" dirty="0" err="1"/>
              <a:t>oamenii</a:t>
            </a:r>
            <a:r>
              <a:rPr lang="en-GB" sz="1800" dirty="0"/>
              <a:t> </a:t>
            </a:r>
            <a:r>
              <a:rPr lang="en-GB" sz="1800" dirty="0" err="1"/>
              <a:t>trăiau</a:t>
            </a:r>
            <a:r>
              <a:rPr lang="en-GB" sz="1800" dirty="0"/>
              <a:t> bine </a:t>
            </a:r>
            <a:r>
              <a:rPr lang="en-GB" sz="1800" dirty="0" err="1"/>
              <a:t>și</a:t>
            </a:r>
            <a:r>
              <a:rPr lang="en-GB" sz="1800" dirty="0"/>
              <a:t> nu </a:t>
            </a:r>
            <a:r>
              <a:rPr lang="en-GB" sz="1800" dirty="0" err="1"/>
              <a:t>aveau</a:t>
            </a:r>
            <a:r>
              <a:rPr lang="en-GB" sz="1800" dirty="0"/>
              <a:t> </a:t>
            </a:r>
            <a:r>
              <a:rPr lang="en-GB" sz="1800" dirty="0" err="1"/>
              <a:t>griji</a:t>
            </a:r>
            <a:r>
              <a:rPr lang="en-GB" sz="1800" dirty="0"/>
              <a:t>”. De </a:t>
            </a:r>
            <a:r>
              <a:rPr lang="en-GB" sz="1800" dirty="0" err="1"/>
              <a:t>fapt</a:t>
            </a:r>
            <a:r>
              <a:rPr lang="en-GB" sz="1800" dirty="0"/>
              <a:t>, </a:t>
            </a:r>
            <a:r>
              <a:rPr lang="en-GB" sz="1800" dirty="0" err="1"/>
              <a:t>adevărul</a:t>
            </a:r>
            <a:r>
              <a:rPr lang="en-GB" sz="1800" dirty="0"/>
              <a:t>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altu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anii</a:t>
            </a:r>
            <a:r>
              <a:rPr lang="en-GB" sz="1800" dirty="0"/>
              <a:t> ’80, </a:t>
            </a:r>
            <a:r>
              <a:rPr lang="en-GB" sz="1800" dirty="0" err="1"/>
              <a:t>oamenii</a:t>
            </a:r>
            <a:r>
              <a:rPr lang="en-GB" sz="1800" dirty="0"/>
              <a:t> nu </a:t>
            </a:r>
            <a:r>
              <a:rPr lang="en-GB" sz="1800" dirty="0" err="1"/>
              <a:t>aveau</a:t>
            </a:r>
            <a:r>
              <a:rPr lang="en-GB" sz="1800" dirty="0"/>
              <a:t> </a:t>
            </a:r>
            <a:r>
              <a:rPr lang="en-GB" sz="1800" dirty="0" err="1"/>
              <a:t>destule</a:t>
            </a:r>
            <a:r>
              <a:rPr lang="en-GB" sz="1800" dirty="0"/>
              <a:t> </a:t>
            </a:r>
            <a:r>
              <a:rPr lang="en-GB" sz="1800" dirty="0" err="1"/>
              <a:t>lucruri</a:t>
            </a:r>
            <a:r>
              <a:rPr lang="en-GB" sz="1800" dirty="0"/>
              <a:t> de zi cu zi. Banca </a:t>
            </a:r>
            <a:r>
              <a:rPr lang="en-GB" sz="1800" dirty="0" err="1"/>
              <a:t>Mondială</a:t>
            </a:r>
            <a:r>
              <a:rPr lang="en-GB" sz="1800" dirty="0"/>
              <a:t> </a:t>
            </a:r>
            <a:r>
              <a:rPr lang="en-GB" sz="1800" dirty="0" err="1"/>
              <a:t>observa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</a:t>
            </a:r>
            <a:r>
              <a:rPr lang="en-GB" sz="1800" dirty="0" err="1"/>
              <a:t>existau</a:t>
            </a:r>
            <a:r>
              <a:rPr lang="en-GB" sz="1800" dirty="0"/>
              <a:t> </a:t>
            </a:r>
            <a:r>
              <a:rPr lang="en-GB" sz="1800" dirty="0" err="1"/>
              <a:t>lipsuri</a:t>
            </a:r>
            <a:r>
              <a:rPr lang="en-GB" sz="1800" dirty="0"/>
              <a:t> </a:t>
            </a:r>
            <a:r>
              <a:rPr lang="en-GB" sz="1800" dirty="0" err="1"/>
              <a:t>persistente</a:t>
            </a:r>
            <a:r>
              <a:rPr lang="en-GB" sz="1800" dirty="0"/>
              <a:t> de </a:t>
            </a:r>
            <a:r>
              <a:rPr lang="en-GB" sz="1800" dirty="0" err="1"/>
              <a:t>bunuri</a:t>
            </a:r>
            <a:r>
              <a:rPr lang="en-GB" sz="1800" dirty="0"/>
              <a:t> de </a:t>
            </a:r>
            <a:r>
              <a:rPr lang="en-GB" sz="1800" dirty="0" err="1"/>
              <a:t>consum</a:t>
            </a:r>
            <a:r>
              <a:rPr lang="en-GB" sz="1800" dirty="0"/>
              <a:t>, </a:t>
            </a:r>
            <a:r>
              <a:rPr lang="en-GB" sz="1800" dirty="0" err="1"/>
              <a:t>că</a:t>
            </a:r>
            <a:r>
              <a:rPr lang="en-GB" sz="1800" dirty="0"/>
              <a:t> </a:t>
            </a:r>
            <a:r>
              <a:rPr lang="en-GB" sz="1800" dirty="0" err="1"/>
              <a:t>oamenii</a:t>
            </a:r>
            <a:r>
              <a:rPr lang="en-GB" sz="1800" dirty="0"/>
              <a:t> </a:t>
            </a:r>
            <a:r>
              <a:rPr lang="en-GB" sz="1800" dirty="0" err="1"/>
              <a:t>pierdeau</a:t>
            </a:r>
            <a:r>
              <a:rPr lang="en-GB" sz="1800" dirty="0"/>
              <a:t> </a:t>
            </a:r>
            <a:r>
              <a:rPr lang="en-GB" sz="1800" dirty="0" err="1"/>
              <a:t>timp</a:t>
            </a:r>
            <a:r>
              <a:rPr lang="en-GB" sz="1800" dirty="0"/>
              <a:t> </a:t>
            </a:r>
            <a:r>
              <a:rPr lang="en-GB" sz="1800" dirty="0" err="1"/>
              <a:t>căutând</a:t>
            </a:r>
            <a:r>
              <a:rPr lang="en-GB" sz="1800" dirty="0"/>
              <a:t> </a:t>
            </a:r>
            <a:r>
              <a:rPr lang="en-GB" sz="1800" dirty="0" err="1"/>
              <a:t>produse</a:t>
            </a:r>
            <a:r>
              <a:rPr lang="en-GB" sz="1800" dirty="0"/>
              <a:t>, </a:t>
            </a:r>
            <a:r>
              <a:rPr lang="en-GB" sz="1800" dirty="0" err="1"/>
              <a:t>uneori</a:t>
            </a:r>
            <a:r>
              <a:rPr lang="en-GB" sz="1800" dirty="0"/>
              <a:t> </a:t>
            </a:r>
            <a:r>
              <a:rPr lang="en-GB" sz="1800" dirty="0" err="1"/>
              <a:t>chiar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timpul</a:t>
            </a:r>
            <a:r>
              <a:rPr lang="en-GB" sz="1800" dirty="0"/>
              <a:t> </a:t>
            </a:r>
            <a:r>
              <a:rPr lang="en-GB" sz="1800" dirty="0" err="1"/>
              <a:t>programului</a:t>
            </a:r>
            <a:r>
              <a:rPr lang="en-GB" sz="1800" dirty="0"/>
              <a:t> de </a:t>
            </a:r>
            <a:r>
              <a:rPr lang="en-GB" sz="1800" dirty="0" err="1"/>
              <a:t>muncă</a:t>
            </a:r>
            <a:r>
              <a:rPr lang="en-GB" sz="1800" dirty="0"/>
              <a:t>,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</a:t>
            </a:r>
            <a:r>
              <a:rPr lang="en-GB" sz="1800" dirty="0" err="1"/>
              <a:t>aceste</a:t>
            </a:r>
            <a:r>
              <a:rPr lang="en-GB" sz="1800" dirty="0"/>
              <a:t> </a:t>
            </a:r>
            <a:r>
              <a:rPr lang="en-GB" sz="1800" dirty="0" err="1"/>
              <a:t>lipsuri</a:t>
            </a:r>
            <a:r>
              <a:rPr lang="en-GB" sz="1800" dirty="0"/>
              <a:t> </a:t>
            </a:r>
            <a:r>
              <a:rPr lang="en-GB" sz="1800" dirty="0" err="1"/>
              <a:t>afectau</a:t>
            </a:r>
            <a:r>
              <a:rPr lang="en-GB" sz="1800" dirty="0"/>
              <a:t> </a:t>
            </a:r>
            <a:r>
              <a:rPr lang="en-GB" sz="1800" dirty="0" err="1"/>
              <a:t>productivitatea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disciplina</a:t>
            </a:r>
            <a:r>
              <a:rPr lang="en-GB" sz="1800" dirty="0"/>
              <a:t> </a:t>
            </a:r>
            <a:r>
              <a:rPr lang="en-GB" sz="1800" dirty="0" err="1"/>
              <a:t>muncii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   </a:t>
            </a:r>
            <a:r>
              <a:rPr lang="en-GB" sz="1800" dirty="0" err="1"/>
              <a:t>Chiar</a:t>
            </a:r>
            <a:r>
              <a:rPr lang="en-GB" sz="1800" dirty="0"/>
              <a:t> </a:t>
            </a:r>
            <a:r>
              <a:rPr lang="en-GB" sz="1800" dirty="0" err="1"/>
              <a:t>dacă</a:t>
            </a:r>
            <a:r>
              <a:rPr lang="en-GB" sz="1800" dirty="0"/>
              <a:t> </a:t>
            </a:r>
            <a:r>
              <a:rPr lang="en-GB" sz="1800" dirty="0" err="1"/>
              <a:t>statul</a:t>
            </a:r>
            <a:r>
              <a:rPr lang="en-GB" sz="1800" dirty="0"/>
              <a:t> </a:t>
            </a:r>
            <a:r>
              <a:rPr lang="en-GB" sz="1800" dirty="0" err="1"/>
              <a:t>spunea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ai </a:t>
            </a:r>
            <a:r>
              <a:rPr lang="en-GB" sz="1800" dirty="0" err="1"/>
              <a:t>salariu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e </a:t>
            </a:r>
            <a:r>
              <a:rPr lang="en-GB" sz="1800" dirty="0" err="1"/>
              <a:t>sigur</a:t>
            </a:r>
            <a:r>
              <a:rPr lang="en-GB" sz="1800" dirty="0"/>
              <a:t> </a:t>
            </a:r>
            <a:r>
              <a:rPr lang="en-GB" sz="1800" dirty="0" err="1"/>
              <a:t>locul</a:t>
            </a:r>
            <a:r>
              <a:rPr lang="en-GB" sz="1800" dirty="0"/>
              <a:t> la </a:t>
            </a:r>
            <a:r>
              <a:rPr lang="en-GB" sz="1800" dirty="0" err="1"/>
              <a:t>muncă</a:t>
            </a:r>
            <a:r>
              <a:rPr lang="en-GB" sz="1800" dirty="0"/>
              <a:t>, </a:t>
            </a:r>
            <a:r>
              <a:rPr lang="en-GB" sz="1800" dirty="0" err="1"/>
              <a:t>adevărul</a:t>
            </a:r>
            <a:r>
              <a:rPr lang="en-GB" sz="1800" dirty="0"/>
              <a:t> era </a:t>
            </a:r>
            <a:r>
              <a:rPr lang="en-GB" sz="1800" dirty="0" err="1"/>
              <a:t>altul</a:t>
            </a:r>
            <a:r>
              <a:rPr lang="en-GB" sz="1800" dirty="0"/>
              <a:t>. Nu era </a:t>
            </a:r>
            <a:r>
              <a:rPr lang="en-GB" sz="1800" dirty="0" err="1"/>
              <a:t>atât</a:t>
            </a:r>
            <a:r>
              <a:rPr lang="en-GB" sz="1800" dirty="0"/>
              <a:t> de </a:t>
            </a:r>
            <a:r>
              <a:rPr lang="en-GB" sz="1800" dirty="0" err="1"/>
              <a:t>simplu</a:t>
            </a:r>
            <a:r>
              <a:rPr lang="en-GB" sz="1800" dirty="0"/>
              <a:t>, </a:t>
            </a:r>
            <a:r>
              <a:rPr lang="en-GB" sz="1800" dirty="0" err="1"/>
              <a:t>banii</a:t>
            </a:r>
            <a:r>
              <a:rPr lang="en-GB" sz="1800" dirty="0"/>
              <a:t> pe care </a:t>
            </a:r>
            <a:r>
              <a:rPr lang="en-GB" sz="1800" dirty="0" err="1"/>
              <a:t>îi</a:t>
            </a:r>
            <a:r>
              <a:rPr lang="en-GB" sz="1800" dirty="0"/>
              <a:t> </a:t>
            </a:r>
            <a:r>
              <a:rPr lang="en-GB" sz="1800" dirty="0" err="1"/>
              <a:t>luai</a:t>
            </a:r>
            <a:r>
              <a:rPr lang="en-GB" sz="1800" dirty="0"/>
              <a:t> nu </a:t>
            </a:r>
            <a:r>
              <a:rPr lang="en-GB" sz="1800" dirty="0" err="1"/>
              <a:t>aveau</a:t>
            </a:r>
            <a:r>
              <a:rPr lang="en-GB" sz="1800" dirty="0"/>
              <a:t> </a:t>
            </a:r>
            <a:r>
              <a:rPr lang="en-GB" sz="1800" dirty="0" err="1"/>
              <a:t>mereu</a:t>
            </a:r>
            <a:r>
              <a:rPr lang="en-GB" sz="1800" dirty="0"/>
              <a:t> </a:t>
            </a:r>
            <a:r>
              <a:rPr lang="en-GB" sz="1800" dirty="0" err="1"/>
              <a:t>aceeași</a:t>
            </a:r>
            <a:r>
              <a:rPr lang="en-GB" sz="1800" dirty="0"/>
              <a:t> </a:t>
            </a:r>
            <a:r>
              <a:rPr lang="en-GB" sz="1800" dirty="0" err="1"/>
              <a:t>valoare</a:t>
            </a:r>
            <a:r>
              <a:rPr lang="en-GB" sz="1800" dirty="0"/>
              <a:t>, nu </a:t>
            </a:r>
            <a:r>
              <a:rPr lang="en-GB" sz="1800" dirty="0" err="1"/>
              <a:t>conta</a:t>
            </a:r>
            <a:r>
              <a:rPr lang="en-GB" sz="1800" dirty="0"/>
              <a:t> </a:t>
            </a:r>
            <a:r>
              <a:rPr lang="en-GB" sz="1800" dirty="0" err="1"/>
              <a:t>doar</a:t>
            </a:r>
            <a:r>
              <a:rPr lang="en-GB" sz="1800" dirty="0"/>
              <a:t> </a:t>
            </a:r>
            <a:r>
              <a:rPr lang="en-GB" sz="1800" dirty="0" err="1"/>
              <a:t>cât</a:t>
            </a:r>
            <a:r>
              <a:rPr lang="en-GB" sz="1800" dirty="0"/>
              <a:t> </a:t>
            </a:r>
            <a:r>
              <a:rPr lang="en-GB" sz="1800" dirty="0" err="1"/>
              <a:t>îți</a:t>
            </a:r>
            <a:r>
              <a:rPr lang="en-GB" sz="1800" dirty="0"/>
              <a:t> </a:t>
            </a:r>
            <a:r>
              <a:rPr lang="en-GB" sz="1800" dirty="0" err="1"/>
              <a:t>dădeau</a:t>
            </a:r>
            <a:r>
              <a:rPr lang="en-GB" sz="1800" dirty="0"/>
              <a:t>, ci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puteai</a:t>
            </a:r>
            <a:r>
              <a:rPr lang="en-GB" sz="1800" dirty="0"/>
              <a:t> </a:t>
            </a:r>
            <a:r>
              <a:rPr lang="en-GB" sz="1800" dirty="0" err="1"/>
              <a:t>cumpăra</a:t>
            </a:r>
            <a:r>
              <a:rPr lang="en-GB" sz="1800" dirty="0"/>
              <a:t> cu </a:t>
            </a:r>
            <a:r>
              <a:rPr lang="en-GB" sz="1800" dirty="0" err="1"/>
              <a:t>acei</a:t>
            </a:r>
            <a:r>
              <a:rPr lang="en-GB" sz="1800" dirty="0"/>
              <a:t> bani. Era </a:t>
            </a:r>
            <a:r>
              <a:rPr lang="en-GB" sz="1800" dirty="0" err="1"/>
              <a:t>greu</a:t>
            </a:r>
            <a:r>
              <a:rPr lang="en-GB" sz="1800" dirty="0"/>
              <a:t>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găsești</a:t>
            </a:r>
            <a:r>
              <a:rPr lang="en-GB" sz="1800" dirty="0"/>
              <a:t>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îți</a:t>
            </a:r>
            <a:r>
              <a:rPr lang="en-GB" sz="1800" dirty="0"/>
              <a:t> </a:t>
            </a:r>
            <a:r>
              <a:rPr lang="en-GB" sz="1800" dirty="0" err="1"/>
              <a:t>trebuia</a:t>
            </a:r>
            <a:r>
              <a:rPr lang="en-GB" sz="1800" dirty="0"/>
              <a:t>, </a:t>
            </a:r>
            <a:r>
              <a:rPr lang="en-GB" sz="1800" dirty="0" err="1"/>
              <a:t>toul</a:t>
            </a:r>
            <a:r>
              <a:rPr lang="en-GB" sz="1800" dirty="0"/>
              <a:t> era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scump</a:t>
            </a:r>
            <a:r>
              <a:rPr lang="en-GB" sz="1800" dirty="0"/>
              <a:t>,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greu</a:t>
            </a:r>
            <a:r>
              <a:rPr lang="en-GB" sz="1800" dirty="0"/>
              <a:t> de </a:t>
            </a:r>
            <a:r>
              <a:rPr lang="en-GB" sz="1800" dirty="0" err="1"/>
              <a:t>luat</a:t>
            </a:r>
            <a:r>
              <a:rPr lang="en-GB" sz="1800" dirty="0"/>
              <a:t>,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multe</a:t>
            </a:r>
            <a:r>
              <a:rPr lang="en-GB" sz="1800" dirty="0"/>
              <a:t> </a:t>
            </a:r>
            <a:r>
              <a:rPr lang="en-GB" sz="1800" dirty="0" err="1"/>
              <a:t>lucruri</a:t>
            </a:r>
            <a:r>
              <a:rPr lang="en-GB" sz="1800" dirty="0"/>
              <a:t> </a:t>
            </a:r>
            <a:r>
              <a:rPr lang="en-GB" sz="1800" dirty="0" err="1"/>
              <a:t>lipseau</a:t>
            </a:r>
            <a:r>
              <a:rPr lang="en-GB" sz="1800" dirty="0"/>
              <a:t>.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acei</a:t>
            </a:r>
            <a:r>
              <a:rPr lang="en-GB" sz="1800" dirty="0"/>
              <a:t> ani, </a:t>
            </a:r>
            <a:r>
              <a:rPr lang="ro-RO" sz="1800" dirty="0"/>
              <a:t>v</a:t>
            </a:r>
            <a:r>
              <a:rPr lang="en-GB" sz="1800" dirty="0" err="1"/>
              <a:t>ânzarea</a:t>
            </a:r>
            <a:r>
              <a:rPr lang="en-GB" sz="1800" dirty="0"/>
              <a:t> de </a:t>
            </a:r>
            <a:r>
              <a:rPr lang="en-GB" sz="1800" dirty="0" err="1"/>
              <a:t>lucruri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magazine nu a </a:t>
            </a:r>
            <a:r>
              <a:rPr lang="en-GB" sz="1800" dirty="0" err="1"/>
              <a:t>crescut</a:t>
            </a:r>
            <a:r>
              <a:rPr lang="en-GB" sz="1800" dirty="0"/>
              <a:t>, nu se </a:t>
            </a:r>
            <a:r>
              <a:rPr lang="en-GB" sz="1800" dirty="0" err="1"/>
              <a:t>schimbase</a:t>
            </a:r>
            <a:r>
              <a:rPr lang="en-GB" sz="1800" dirty="0"/>
              <a:t> mare </a:t>
            </a:r>
            <a:r>
              <a:rPr lang="en-GB" sz="1800" dirty="0" err="1"/>
              <a:t>lucru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sectorul</a:t>
            </a:r>
            <a:r>
              <a:rPr lang="en-GB" sz="1800" dirty="0"/>
              <a:t> socialist, </a:t>
            </a:r>
            <a:r>
              <a:rPr lang="en-GB" sz="1800" dirty="0" err="1"/>
              <a:t>veniturile</a:t>
            </a:r>
            <a:r>
              <a:rPr lang="en-GB" sz="1800" dirty="0"/>
              <a:t> nu </a:t>
            </a:r>
            <a:r>
              <a:rPr lang="en-GB" sz="1800" dirty="0" err="1"/>
              <a:t>ajutau</a:t>
            </a:r>
            <a:r>
              <a:rPr lang="en-GB" sz="1800" dirty="0"/>
              <a:t> </a:t>
            </a:r>
            <a:r>
              <a:rPr lang="en-GB" sz="1800" dirty="0" err="1"/>
              <a:t>cât</a:t>
            </a:r>
            <a:r>
              <a:rPr lang="en-GB" sz="1800" dirty="0"/>
              <a:t> </a:t>
            </a:r>
            <a:r>
              <a:rPr lang="en-GB" sz="1800" dirty="0" err="1"/>
              <a:t>trebuiau</a:t>
            </a:r>
            <a:r>
              <a:rPr lang="en-GB" sz="1800" dirty="0"/>
              <a:t>, </a:t>
            </a:r>
            <a:r>
              <a:rPr lang="en-GB" sz="1800" dirty="0" err="1"/>
              <a:t>iar</a:t>
            </a:r>
            <a:r>
              <a:rPr lang="en-GB" sz="1800" dirty="0"/>
              <a:t> </a:t>
            </a:r>
            <a:r>
              <a:rPr lang="en-GB" sz="1800" dirty="0" err="1"/>
              <a:t>viața</a:t>
            </a:r>
            <a:r>
              <a:rPr lang="en-GB" sz="1800" dirty="0"/>
              <a:t> era tot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grea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   </a:t>
            </a:r>
            <a:r>
              <a:rPr lang="en-GB" sz="1800" dirty="0"/>
              <a:t>Un alt </a:t>
            </a:r>
            <a:r>
              <a:rPr lang="en-GB" sz="1800" dirty="0" err="1"/>
              <a:t>mit</a:t>
            </a:r>
            <a:r>
              <a:rPr lang="en-GB" sz="1800" dirty="0"/>
              <a:t>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„</a:t>
            </a:r>
            <a:r>
              <a:rPr lang="en-GB" sz="1800" dirty="0" err="1"/>
              <a:t>toată</a:t>
            </a:r>
            <a:r>
              <a:rPr lang="en-GB" sz="1800" dirty="0"/>
              <a:t> </a:t>
            </a:r>
            <a:r>
              <a:rPr lang="en-GB" sz="1800" dirty="0" err="1"/>
              <a:t>lumea</a:t>
            </a:r>
            <a:r>
              <a:rPr lang="en-GB" sz="1800" dirty="0"/>
              <a:t> </a:t>
            </a:r>
            <a:r>
              <a:rPr lang="en-GB" sz="1800" dirty="0" err="1"/>
              <a:t>avea</a:t>
            </a:r>
            <a:r>
              <a:rPr lang="en-GB" sz="1800" dirty="0"/>
              <a:t> </a:t>
            </a:r>
            <a:r>
              <a:rPr lang="en-GB" sz="1800" dirty="0" err="1"/>
              <a:t>serviciu</a:t>
            </a:r>
            <a:r>
              <a:rPr lang="en-GB" sz="1800" dirty="0"/>
              <a:t>, </a:t>
            </a:r>
            <a:r>
              <a:rPr lang="en-GB" sz="1800" dirty="0" err="1"/>
              <a:t>deci</a:t>
            </a:r>
            <a:r>
              <a:rPr lang="en-GB" sz="1800" dirty="0"/>
              <a:t> era </a:t>
            </a:r>
            <a:r>
              <a:rPr lang="en-GB" sz="1800" dirty="0" err="1"/>
              <a:t>mai</a:t>
            </a:r>
            <a:r>
              <a:rPr lang="en-GB" sz="1800" dirty="0"/>
              <a:t> bine”. Da, formal, </a:t>
            </a:r>
            <a:r>
              <a:rPr lang="en-GB" sz="1800" dirty="0" err="1"/>
              <a:t>șomajul</a:t>
            </a:r>
            <a:r>
              <a:rPr lang="en-GB" sz="1800" dirty="0"/>
              <a:t> </a:t>
            </a:r>
            <a:r>
              <a:rPr lang="en-GB" sz="1800" dirty="0" err="1"/>
              <a:t>deschis</a:t>
            </a:r>
            <a:r>
              <a:rPr lang="en-GB" sz="1800" dirty="0"/>
              <a:t> </a:t>
            </a:r>
            <a:r>
              <a:rPr lang="en-GB" sz="1800" dirty="0" err="1"/>
              <a:t>aproape</a:t>
            </a:r>
            <a:r>
              <a:rPr lang="en-GB" sz="1800" dirty="0"/>
              <a:t> nu </a:t>
            </a:r>
            <a:r>
              <a:rPr lang="en-GB" sz="1800" dirty="0" err="1"/>
              <a:t>exista</a:t>
            </a:r>
            <a:r>
              <a:rPr lang="en-GB" sz="1800" dirty="0"/>
              <a:t>, </a:t>
            </a:r>
            <a:r>
              <a:rPr lang="en-GB" sz="1800" dirty="0" err="1"/>
              <a:t>pentru</a:t>
            </a:r>
            <a:r>
              <a:rPr lang="en-GB" sz="1800" dirty="0"/>
              <a:t> </a:t>
            </a:r>
            <a:r>
              <a:rPr lang="en-GB" sz="1800" dirty="0" err="1"/>
              <a:t>că</a:t>
            </a:r>
            <a:r>
              <a:rPr lang="en-GB" sz="1800" dirty="0"/>
              <a:t> </a:t>
            </a:r>
            <a:r>
              <a:rPr lang="en-GB" sz="1800" dirty="0" err="1"/>
              <a:t>statul</a:t>
            </a:r>
            <a:r>
              <a:rPr lang="en-GB" sz="1800" dirty="0"/>
              <a:t> </a:t>
            </a:r>
            <a:r>
              <a:rPr lang="en-GB" sz="1800" dirty="0" err="1"/>
              <a:t>repartiza</a:t>
            </a:r>
            <a:r>
              <a:rPr lang="en-GB" sz="1800" dirty="0"/>
              <a:t> </a:t>
            </a:r>
            <a:r>
              <a:rPr lang="en-GB" sz="1800" dirty="0" err="1"/>
              <a:t>forța</a:t>
            </a:r>
            <a:r>
              <a:rPr lang="en-GB" sz="1800" dirty="0"/>
              <a:t> de </a:t>
            </a:r>
            <a:r>
              <a:rPr lang="en-GB" sz="1800" dirty="0" err="1"/>
              <a:t>muncă</a:t>
            </a:r>
            <a:r>
              <a:rPr lang="en-GB" sz="1800" dirty="0"/>
              <a:t> </a:t>
            </a:r>
            <a:r>
              <a:rPr lang="en-GB" sz="1800" dirty="0" err="1"/>
              <a:t>dar</a:t>
            </a:r>
            <a:r>
              <a:rPr lang="en-GB" sz="1800" dirty="0"/>
              <a:t> </a:t>
            </a:r>
            <a:r>
              <a:rPr lang="en-GB" sz="1800" dirty="0" err="1"/>
              <a:t>asta</a:t>
            </a:r>
            <a:r>
              <a:rPr lang="en-GB" sz="1800" dirty="0"/>
              <a:t> nu </a:t>
            </a:r>
            <a:r>
              <a:rPr lang="en-GB" sz="1800" dirty="0" err="1"/>
              <a:t>înseamnă</a:t>
            </a:r>
            <a:r>
              <a:rPr lang="en-GB" sz="1800" dirty="0"/>
              <a:t> </a:t>
            </a:r>
            <a:r>
              <a:rPr lang="en-GB" sz="1800" dirty="0" err="1"/>
              <a:t>eficiență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</a:t>
            </a:r>
            <a:r>
              <a:rPr lang="en-GB" sz="1800" dirty="0" err="1"/>
              <a:t>bunăstare</a:t>
            </a:r>
            <a:r>
              <a:rPr lang="en-GB" sz="1800" dirty="0"/>
              <a:t>. </a:t>
            </a:r>
            <a:r>
              <a:rPr lang="en-GB" sz="1800" dirty="0" err="1"/>
              <a:t>Mulți</a:t>
            </a:r>
            <a:r>
              <a:rPr lang="en-GB" sz="1800" dirty="0"/>
              <a:t> </a:t>
            </a:r>
            <a:r>
              <a:rPr lang="en-GB" sz="1800" dirty="0" err="1"/>
              <a:t>oameni</a:t>
            </a:r>
            <a:r>
              <a:rPr lang="en-GB" sz="1800" dirty="0"/>
              <a:t> </a:t>
            </a:r>
            <a:r>
              <a:rPr lang="en-GB" sz="1800" dirty="0" err="1"/>
              <a:t>lucrau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întreprinderi</a:t>
            </a:r>
            <a:r>
              <a:rPr lang="en-GB" sz="1800" dirty="0"/>
              <a:t> </a:t>
            </a:r>
            <a:r>
              <a:rPr lang="en-GB" sz="1800" dirty="0" err="1"/>
              <a:t>neproductive</a:t>
            </a:r>
            <a:r>
              <a:rPr lang="en-GB" sz="1800" dirty="0"/>
              <a:t>, cu </a:t>
            </a:r>
            <a:r>
              <a:rPr lang="en-GB" sz="1800" dirty="0" err="1"/>
              <a:t>norme</a:t>
            </a:r>
            <a:r>
              <a:rPr lang="en-GB" sz="1800" dirty="0"/>
              <a:t> </a:t>
            </a:r>
            <a:r>
              <a:rPr lang="en-GB" sz="1800" dirty="0" err="1"/>
              <a:t>absurde</a:t>
            </a:r>
            <a:r>
              <a:rPr lang="en-GB" sz="1800" dirty="0"/>
              <a:t>, </a:t>
            </a:r>
            <a:r>
              <a:rPr lang="en-GB" sz="1800" dirty="0" err="1"/>
              <a:t>salarii</a:t>
            </a:r>
            <a:r>
              <a:rPr lang="en-GB" sz="1800" dirty="0"/>
              <a:t> </a:t>
            </a:r>
            <a:r>
              <a:rPr lang="en-GB" sz="1800" dirty="0" err="1"/>
              <a:t>controlate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posibilități</a:t>
            </a:r>
            <a:r>
              <a:rPr lang="en-GB" sz="1800" dirty="0"/>
              <a:t> </a:t>
            </a:r>
            <a:r>
              <a:rPr lang="en-GB" sz="1800" dirty="0" err="1"/>
              <a:t>foarte</a:t>
            </a:r>
            <a:r>
              <a:rPr lang="en-GB" sz="1800" dirty="0"/>
              <a:t> </a:t>
            </a:r>
            <a:r>
              <a:rPr lang="en-GB" sz="1800" dirty="0" err="1"/>
              <a:t>mici</a:t>
            </a:r>
            <a:r>
              <a:rPr lang="en-GB" sz="1800" dirty="0"/>
              <a:t> de </a:t>
            </a:r>
            <a:r>
              <a:rPr lang="en-GB" sz="1800" dirty="0" err="1"/>
              <a:t>mobilitate</a:t>
            </a:r>
            <a:r>
              <a:rPr lang="en-GB" sz="1800" dirty="0"/>
              <a:t> </a:t>
            </a:r>
            <a:r>
              <a:rPr lang="en-GB" sz="1800" dirty="0" err="1"/>
              <a:t>reală</a:t>
            </a:r>
            <a:r>
              <a:rPr lang="en-GB" sz="1800" dirty="0"/>
              <a:t>. De </a:t>
            </a:r>
            <a:r>
              <a:rPr lang="en-GB" sz="1800" dirty="0" err="1"/>
              <a:t>multe</a:t>
            </a:r>
            <a:r>
              <a:rPr lang="en-GB" sz="1800" dirty="0"/>
              <a:t> </a:t>
            </a:r>
            <a:r>
              <a:rPr lang="en-GB" sz="1800" dirty="0" err="1"/>
              <a:t>ori</a:t>
            </a:r>
            <a:r>
              <a:rPr lang="en-GB" sz="1800" dirty="0"/>
              <a:t>, </a:t>
            </a:r>
            <a:r>
              <a:rPr lang="en-GB" sz="1800" dirty="0" err="1"/>
              <a:t>sistemul</a:t>
            </a:r>
            <a:r>
              <a:rPr lang="en-GB" sz="1800" dirty="0"/>
              <a:t> </a:t>
            </a:r>
            <a:r>
              <a:rPr lang="en-GB" sz="1800" dirty="0" err="1"/>
              <a:t>ascundea</a:t>
            </a:r>
            <a:r>
              <a:rPr lang="en-GB" sz="1800" dirty="0"/>
              <a:t> </a:t>
            </a:r>
            <a:r>
              <a:rPr lang="en-GB" sz="1800" dirty="0" err="1"/>
              <a:t>ineficiența</a:t>
            </a:r>
            <a:r>
              <a:rPr lang="en-GB" sz="1800" dirty="0"/>
              <a:t> </a:t>
            </a:r>
            <a:r>
              <a:rPr lang="en-GB" sz="1800" dirty="0" err="1"/>
              <a:t>economică</a:t>
            </a:r>
            <a:r>
              <a:rPr lang="en-GB" sz="1800" dirty="0"/>
              <a:t> </a:t>
            </a:r>
            <a:r>
              <a:rPr lang="en-GB" sz="1800" dirty="0" err="1"/>
              <a:t>prin</a:t>
            </a:r>
            <a:r>
              <a:rPr lang="en-GB" sz="1800" dirty="0"/>
              <a:t> </a:t>
            </a:r>
            <a:r>
              <a:rPr lang="en-GB" sz="1800" dirty="0" err="1"/>
              <a:t>supraangajare</a:t>
            </a:r>
            <a:r>
              <a:rPr lang="en-GB" sz="1800" dirty="0"/>
              <a:t> </a:t>
            </a:r>
            <a:r>
              <a:rPr lang="en-GB" sz="1800" dirty="0" err="1"/>
              <a:t>și</a:t>
            </a:r>
            <a:r>
              <a:rPr lang="en-GB" sz="1800" dirty="0"/>
              <a:t> </a:t>
            </a:r>
            <a:r>
              <a:rPr lang="en-GB" sz="1800" dirty="0" err="1"/>
              <a:t>planuri</a:t>
            </a:r>
            <a:r>
              <a:rPr lang="en-GB" sz="1800" dirty="0"/>
              <a:t> </a:t>
            </a:r>
            <a:r>
              <a:rPr lang="en-GB" sz="1800" dirty="0" err="1"/>
              <a:t>umflate</a:t>
            </a:r>
            <a:r>
              <a:rPr lang="en-GB" sz="1800" dirty="0"/>
              <a:t>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19CC8-7F4E-7DD1-8635-38515AD5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4827" y="-329408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6</a:t>
            </a:r>
            <a:r>
              <a:rPr lang="en-GB" sz="2800" dirty="0"/>
              <a:t>. </a:t>
            </a:r>
            <a:r>
              <a:rPr lang="en-GB" sz="2800" dirty="0" err="1"/>
              <a:t>Imaginea</a:t>
            </a:r>
            <a:r>
              <a:rPr lang="en-GB" sz="2800" dirty="0"/>
              <a:t> </a:t>
            </a:r>
            <a:r>
              <a:rPr lang="en-GB" sz="2800" dirty="0" err="1"/>
              <a:t>externă</a:t>
            </a:r>
            <a:r>
              <a:rPr lang="en-GB" sz="2800" dirty="0"/>
              <a:t> a </a:t>
            </a:r>
            <a:r>
              <a:rPr lang="en-GB" sz="2800" dirty="0" err="1"/>
              <a:t>României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E6640C-DDA6-A908-05BE-A15B6BFF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707FF-D08C-AF41-731B-51B72C680CD7}"/>
              </a:ext>
            </a:extLst>
          </p:cNvPr>
          <p:cNvSpPr txBox="1"/>
          <p:nvPr/>
        </p:nvSpPr>
        <p:spPr>
          <a:xfrm>
            <a:off x="227012" y="1828800"/>
            <a:ext cx="11734800" cy="291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</a:t>
            </a:r>
            <a:r>
              <a:rPr lang="en-GB" dirty="0"/>
              <a:t>Pe plan extern, </a:t>
            </a:r>
            <a:r>
              <a:rPr lang="en-GB" dirty="0" err="1"/>
              <a:t>România</a:t>
            </a:r>
            <a:r>
              <a:rPr lang="en-GB" dirty="0"/>
              <a:t> a </a:t>
            </a:r>
            <a:r>
              <a:rPr lang="en-GB" dirty="0" err="1"/>
              <a:t>avut</a:t>
            </a:r>
            <a:r>
              <a:rPr lang="en-GB" dirty="0"/>
              <a:t> o imagine </a:t>
            </a:r>
            <a:r>
              <a:rPr lang="en-GB" dirty="0" err="1"/>
              <a:t>dublă</a:t>
            </a:r>
            <a:r>
              <a:rPr lang="en-GB" dirty="0"/>
              <a:t>,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anii</a:t>
            </a:r>
            <a:r>
              <a:rPr lang="en-GB" dirty="0"/>
              <a:t> ’60 </a:t>
            </a:r>
            <a:r>
              <a:rPr lang="en-GB" dirty="0" err="1"/>
              <a:t>și</a:t>
            </a:r>
            <a:r>
              <a:rPr lang="en-GB" dirty="0"/>
              <a:t> ’70, Ceaușescu a </a:t>
            </a:r>
            <a:r>
              <a:rPr lang="en-GB" dirty="0" err="1"/>
              <a:t>câștigat</a:t>
            </a:r>
            <a:r>
              <a:rPr lang="en-GB" dirty="0"/>
              <a:t> </a:t>
            </a:r>
            <a:r>
              <a:rPr lang="en-GB" dirty="0" err="1"/>
              <a:t>temporar</a:t>
            </a:r>
            <a:r>
              <a:rPr lang="en-GB" dirty="0"/>
              <a:t> capital politic </a:t>
            </a:r>
            <a:r>
              <a:rPr lang="en-GB" dirty="0" err="1"/>
              <a:t>în</a:t>
            </a:r>
            <a:r>
              <a:rPr lang="en-GB" dirty="0"/>
              <a:t> Occident </a:t>
            </a:r>
            <a:r>
              <a:rPr lang="en-GB" dirty="0" err="1"/>
              <a:t>printr</a:t>
            </a:r>
            <a:r>
              <a:rPr lang="en-GB" dirty="0"/>
              <a:t>-o </a:t>
            </a:r>
            <a:r>
              <a:rPr lang="en-GB" dirty="0" err="1"/>
              <a:t>anumită</a:t>
            </a:r>
            <a:r>
              <a:rPr lang="en-GB" dirty="0"/>
              <a:t> </a:t>
            </a:r>
            <a:r>
              <a:rPr lang="en-GB" dirty="0" err="1"/>
              <a:t>distanțare</a:t>
            </a:r>
            <a:r>
              <a:rPr lang="en-GB" dirty="0"/>
              <a:t> </a:t>
            </a:r>
            <a:r>
              <a:rPr lang="en-GB" dirty="0" err="1"/>
              <a:t>față</a:t>
            </a:r>
            <a:r>
              <a:rPr lang="en-GB" dirty="0"/>
              <a:t> de </a:t>
            </a:r>
            <a:r>
              <a:rPr lang="en-GB" dirty="0" err="1"/>
              <a:t>Moscova</a:t>
            </a:r>
            <a:r>
              <a:rPr lang="en-GB" dirty="0"/>
              <a:t>. Dar </a:t>
            </a:r>
            <a:r>
              <a:rPr lang="en-GB" dirty="0" err="1"/>
              <a:t>această</a:t>
            </a:r>
            <a:r>
              <a:rPr lang="en-GB" dirty="0"/>
              <a:t> imagine s-a </a:t>
            </a:r>
            <a:r>
              <a:rPr lang="en-GB" dirty="0" err="1"/>
              <a:t>degradat</a:t>
            </a:r>
            <a:r>
              <a:rPr lang="en-GB" dirty="0"/>
              <a:t> </a:t>
            </a:r>
            <a:r>
              <a:rPr lang="en-GB" dirty="0" err="1"/>
              <a:t>grav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anii</a:t>
            </a:r>
            <a:r>
              <a:rPr lang="en-GB" dirty="0"/>
              <a:t> ’80, </a:t>
            </a:r>
            <a:r>
              <a:rPr lang="en-GB" dirty="0" err="1"/>
              <a:t>când</a:t>
            </a:r>
            <a:r>
              <a:rPr lang="en-GB" dirty="0"/>
              <a:t> au </a:t>
            </a:r>
            <a:r>
              <a:rPr lang="en-GB" dirty="0" err="1"/>
              <a:t>devenit</a:t>
            </a:r>
            <a:r>
              <a:rPr lang="en-GB" dirty="0"/>
              <a:t> tot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vizibile</a:t>
            </a:r>
            <a:r>
              <a:rPr lang="en-GB" dirty="0"/>
              <a:t> </a:t>
            </a:r>
            <a:r>
              <a:rPr lang="en-GB" dirty="0" err="1"/>
              <a:t>abuzurile</a:t>
            </a:r>
            <a:r>
              <a:rPr lang="en-GB" dirty="0"/>
              <a:t> interne, </a:t>
            </a:r>
            <a:r>
              <a:rPr lang="en-GB" dirty="0" err="1"/>
              <a:t>cultul</a:t>
            </a:r>
            <a:r>
              <a:rPr lang="en-GB" dirty="0"/>
              <a:t> </a:t>
            </a:r>
            <a:r>
              <a:rPr lang="en-GB" dirty="0" err="1"/>
              <a:t>personalității</a:t>
            </a:r>
            <a:r>
              <a:rPr lang="en-GB" dirty="0"/>
              <a:t>, </a:t>
            </a:r>
            <a:r>
              <a:rPr lang="en-GB" dirty="0" err="1"/>
              <a:t>încălcările</a:t>
            </a:r>
            <a:r>
              <a:rPr lang="en-GB" dirty="0"/>
              <a:t> </a:t>
            </a:r>
            <a:r>
              <a:rPr lang="en-GB" dirty="0" err="1"/>
              <a:t>drepturilor</a:t>
            </a:r>
            <a:r>
              <a:rPr lang="en-GB" dirty="0"/>
              <a:t> </a:t>
            </a:r>
            <a:r>
              <a:rPr lang="en-GB" dirty="0" err="1"/>
              <a:t>omului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prăbușirea</a:t>
            </a:r>
            <a:r>
              <a:rPr lang="en-GB" dirty="0"/>
              <a:t> </a:t>
            </a:r>
            <a:r>
              <a:rPr lang="en-GB" dirty="0" err="1"/>
              <a:t>nivelului</a:t>
            </a:r>
            <a:r>
              <a:rPr lang="en-GB" dirty="0"/>
              <a:t> de </a:t>
            </a:r>
            <a:r>
              <a:rPr lang="en-GB" dirty="0" err="1"/>
              <a:t>trai</a:t>
            </a:r>
            <a:r>
              <a:rPr lang="en-GB" dirty="0"/>
              <a:t>. </a:t>
            </a:r>
            <a:endParaRPr lang="ro-RO" dirty="0"/>
          </a:p>
          <a:p>
            <a:endParaRPr lang="en-US" dirty="0"/>
          </a:p>
          <a:p>
            <a:r>
              <a:rPr lang="en-GB" dirty="0"/>
              <a:t>   Human Rights Watch </a:t>
            </a:r>
            <a:r>
              <a:rPr lang="en-GB" dirty="0" err="1"/>
              <a:t>consemna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, </a:t>
            </a:r>
            <a:r>
              <a:rPr lang="en-GB" dirty="0" err="1"/>
              <a:t>în</a:t>
            </a:r>
            <a:r>
              <a:rPr lang="en-GB" dirty="0"/>
              <a:t> 1988,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contextul</a:t>
            </a:r>
            <a:r>
              <a:rPr lang="en-GB" dirty="0"/>
              <a:t> </a:t>
            </a:r>
            <a:r>
              <a:rPr lang="en-GB" dirty="0" err="1"/>
              <a:t>presiunilor</a:t>
            </a:r>
            <a:r>
              <a:rPr lang="en-GB" dirty="0"/>
              <a:t> </a:t>
            </a:r>
            <a:r>
              <a:rPr lang="en-GB" dirty="0" err="1"/>
              <a:t>americane</a:t>
            </a:r>
            <a:r>
              <a:rPr lang="en-GB" dirty="0"/>
              <a:t> </a:t>
            </a:r>
            <a:r>
              <a:rPr lang="en-GB" dirty="0" err="1"/>
              <a:t>privind</a:t>
            </a:r>
            <a:r>
              <a:rPr lang="en-GB" dirty="0"/>
              <a:t> </a:t>
            </a:r>
            <a:r>
              <a:rPr lang="en-GB" dirty="0" err="1"/>
              <a:t>drepturile</a:t>
            </a:r>
            <a:r>
              <a:rPr lang="en-GB" dirty="0"/>
              <a:t> </a:t>
            </a:r>
            <a:r>
              <a:rPr lang="en-GB" dirty="0" err="1"/>
              <a:t>omului</a:t>
            </a:r>
            <a:r>
              <a:rPr lang="en-GB" dirty="0"/>
              <a:t>, </a:t>
            </a:r>
            <a:r>
              <a:rPr lang="en-GB" dirty="0" err="1"/>
              <a:t>regimul</a:t>
            </a:r>
            <a:r>
              <a:rPr lang="en-GB" dirty="0"/>
              <a:t> a </a:t>
            </a:r>
            <a:r>
              <a:rPr lang="en-GB" dirty="0" err="1"/>
              <a:t>renunțat</a:t>
            </a:r>
            <a:r>
              <a:rPr lang="en-GB" dirty="0"/>
              <a:t> la </a:t>
            </a:r>
            <a:r>
              <a:rPr lang="en-GB" dirty="0" err="1"/>
              <a:t>statutul</a:t>
            </a:r>
            <a:r>
              <a:rPr lang="en-GB" dirty="0"/>
              <a:t> </a:t>
            </a:r>
            <a:r>
              <a:rPr lang="en-GB" dirty="0" err="1"/>
              <a:t>comercial</a:t>
            </a:r>
            <a:r>
              <a:rPr lang="en-GB" dirty="0"/>
              <a:t> de </a:t>
            </a:r>
            <a:r>
              <a:rPr lang="en-GB" dirty="0" err="1"/>
              <a:t>națiune</a:t>
            </a:r>
            <a:r>
              <a:rPr lang="en-GB" dirty="0"/>
              <a:t> </a:t>
            </a:r>
            <a:r>
              <a:rPr lang="en-GB" dirty="0" err="1"/>
              <a:t>favorizată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relația</a:t>
            </a:r>
            <a:r>
              <a:rPr lang="en-GB" dirty="0"/>
              <a:t> cu SUA</a:t>
            </a:r>
            <a:r>
              <a:rPr lang="ro-RO" dirty="0"/>
              <a:t>,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aceeași</a:t>
            </a:r>
            <a:r>
              <a:rPr lang="en-GB" dirty="0"/>
              <a:t> </a:t>
            </a:r>
            <a:r>
              <a:rPr lang="en-GB" dirty="0" err="1"/>
              <a:t>perioadă</a:t>
            </a:r>
            <a:r>
              <a:rPr lang="ro-RO" dirty="0"/>
              <a:t> se consemna</a:t>
            </a:r>
            <a:r>
              <a:rPr lang="en-GB" dirty="0"/>
              <a:t> </a:t>
            </a:r>
            <a:r>
              <a:rPr lang="en-GB" dirty="0" err="1"/>
              <a:t>încarcerarea</a:t>
            </a:r>
            <a:r>
              <a:rPr lang="en-GB" dirty="0"/>
              <a:t> </a:t>
            </a:r>
            <a:r>
              <a:rPr lang="en-GB" dirty="0" err="1"/>
              <a:t>criticilor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numeroase</a:t>
            </a:r>
            <a:r>
              <a:rPr lang="en-GB" dirty="0"/>
              <a:t> </a:t>
            </a:r>
            <a:r>
              <a:rPr lang="en-GB" dirty="0" err="1"/>
              <a:t>abuzuri</a:t>
            </a:r>
            <a:r>
              <a:rPr lang="en-GB" dirty="0"/>
              <a:t> </a:t>
            </a:r>
            <a:r>
              <a:rPr lang="en-GB" dirty="0" err="1"/>
              <a:t>împotriva</a:t>
            </a:r>
            <a:r>
              <a:rPr lang="en-GB" dirty="0"/>
              <a:t> </a:t>
            </a:r>
            <a:r>
              <a:rPr lang="en-GB" dirty="0" err="1"/>
              <a:t>drepturilor</a:t>
            </a:r>
            <a:r>
              <a:rPr lang="en-GB" dirty="0"/>
              <a:t> </a:t>
            </a:r>
            <a:r>
              <a:rPr lang="en-GB" dirty="0" err="1"/>
              <a:t>omului</a:t>
            </a:r>
            <a:r>
              <a:rPr lang="en-GB" dirty="0"/>
              <a:t>.</a:t>
            </a:r>
            <a:endParaRPr lang="ro-RO" dirty="0"/>
          </a:p>
          <a:p>
            <a:endParaRPr lang="en-US" dirty="0"/>
          </a:p>
          <a:p>
            <a:r>
              <a:rPr lang="en-GB" dirty="0"/>
              <a:t>  </a:t>
            </a:r>
            <a:r>
              <a:rPr lang="en-GB" dirty="0" err="1"/>
              <a:t>Spre</a:t>
            </a:r>
            <a:r>
              <a:rPr lang="en-GB" dirty="0"/>
              <a:t> final, </a:t>
            </a:r>
            <a:r>
              <a:rPr lang="en-GB" dirty="0" err="1"/>
              <a:t>România</a:t>
            </a:r>
            <a:r>
              <a:rPr lang="en-GB" dirty="0"/>
              <a:t> era </a:t>
            </a:r>
            <a:r>
              <a:rPr lang="en-GB" dirty="0" err="1"/>
              <a:t>văzută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degrabă</a:t>
            </a:r>
            <a:r>
              <a:rPr lang="en-GB" dirty="0"/>
              <a:t> ca un </a:t>
            </a:r>
            <a:r>
              <a:rPr lang="en-GB" dirty="0" err="1"/>
              <a:t>regim</a:t>
            </a:r>
            <a:r>
              <a:rPr lang="en-GB" dirty="0"/>
              <a:t> </a:t>
            </a:r>
            <a:r>
              <a:rPr lang="en-GB" dirty="0" err="1"/>
              <a:t>izolat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represiv</a:t>
            </a:r>
            <a:r>
              <a:rPr lang="en-GB" dirty="0"/>
              <a:t> </a:t>
            </a:r>
            <a:r>
              <a:rPr lang="en-GB" dirty="0" err="1"/>
              <a:t>decât</a:t>
            </a:r>
            <a:r>
              <a:rPr lang="en-GB" dirty="0"/>
              <a:t> ca un „independent” </a:t>
            </a:r>
            <a:r>
              <a:rPr lang="en-GB" dirty="0" err="1"/>
              <a:t>respectat</a:t>
            </a:r>
            <a:r>
              <a:rPr lang="en-GB" dirty="0"/>
              <a:t>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DC9B-6BF4-3E06-FEED-66D22700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27" y="-329408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dirty="0"/>
              <a:t>7</a:t>
            </a:r>
            <a:r>
              <a:rPr lang="en-GB" sz="2800" dirty="0"/>
              <a:t>. Economia </a:t>
            </a:r>
            <a:r>
              <a:rPr lang="en-GB" sz="2800" dirty="0" err="1"/>
              <a:t>comunistă</a:t>
            </a:r>
            <a:r>
              <a:rPr lang="en-GB" sz="2800" dirty="0"/>
              <a:t> a </a:t>
            </a:r>
            <a:r>
              <a:rPr lang="en-GB" sz="2800" dirty="0" err="1"/>
              <a:t>României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40F13E-503F-1091-7ADE-F844D1CA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CF8A3-268D-EBD5-3E16-7BAC74E75644}"/>
              </a:ext>
            </a:extLst>
          </p:cNvPr>
          <p:cNvSpPr txBox="1"/>
          <p:nvPr/>
        </p:nvSpPr>
        <p:spPr>
          <a:xfrm>
            <a:off x="227012" y="1752600"/>
            <a:ext cx="11811000" cy="471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 </a:t>
            </a:r>
            <a:r>
              <a:rPr lang="ro-RO" dirty="0"/>
              <a:t> </a:t>
            </a:r>
            <a:r>
              <a:rPr lang="en-GB" dirty="0"/>
              <a:t>Economia </a:t>
            </a:r>
            <a:r>
              <a:rPr lang="en-GB" dirty="0" err="1"/>
              <a:t>comunistă</a:t>
            </a:r>
            <a:r>
              <a:rPr lang="en-GB" dirty="0"/>
              <a:t> </a:t>
            </a:r>
            <a:r>
              <a:rPr lang="en-GB" dirty="0" err="1"/>
              <a:t>românească</a:t>
            </a:r>
            <a:r>
              <a:rPr lang="en-GB" dirty="0"/>
              <a:t> a </a:t>
            </a:r>
            <a:r>
              <a:rPr lang="en-GB" dirty="0" err="1"/>
              <a:t>fost</a:t>
            </a:r>
            <a:r>
              <a:rPr lang="en-GB" dirty="0"/>
              <a:t> o </a:t>
            </a:r>
            <a:r>
              <a:rPr lang="en-GB" dirty="0" err="1"/>
              <a:t>economie</a:t>
            </a:r>
            <a:r>
              <a:rPr lang="en-GB" dirty="0"/>
              <a:t> </a:t>
            </a:r>
            <a:r>
              <a:rPr lang="en-GB" dirty="0" err="1"/>
              <a:t>planificată</a:t>
            </a:r>
            <a:r>
              <a:rPr lang="en-GB" dirty="0"/>
              <a:t> central. </a:t>
            </a:r>
            <a:r>
              <a:rPr lang="en-GB" dirty="0" err="1"/>
              <a:t>Statul</a:t>
            </a:r>
            <a:r>
              <a:rPr lang="en-GB" dirty="0"/>
              <a:t> </a:t>
            </a:r>
            <a:r>
              <a:rPr lang="en-GB" dirty="0" err="1"/>
              <a:t>decidea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se produce, </a:t>
            </a:r>
            <a:r>
              <a:rPr lang="en-GB" dirty="0" err="1"/>
              <a:t>cât</a:t>
            </a:r>
            <a:r>
              <a:rPr lang="en-GB" dirty="0"/>
              <a:t> se produce, </a:t>
            </a:r>
            <a:r>
              <a:rPr lang="en-GB" dirty="0" err="1"/>
              <a:t>unde</a:t>
            </a:r>
            <a:r>
              <a:rPr lang="en-GB" dirty="0"/>
              <a:t> se </a:t>
            </a:r>
            <a:r>
              <a:rPr lang="en-GB" dirty="0" err="1"/>
              <a:t>investește</a:t>
            </a:r>
            <a:r>
              <a:rPr lang="en-GB" dirty="0"/>
              <a:t>, </a:t>
            </a:r>
            <a:r>
              <a:rPr lang="en-GB" dirty="0" err="1"/>
              <a:t>ce</a:t>
            </a:r>
            <a:r>
              <a:rPr lang="en-GB" dirty="0"/>
              <a:t> se </a:t>
            </a:r>
            <a:r>
              <a:rPr lang="en-GB" dirty="0" err="1"/>
              <a:t>exportă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se </a:t>
            </a:r>
            <a:r>
              <a:rPr lang="en-GB" dirty="0" err="1"/>
              <a:t>importă</a:t>
            </a:r>
            <a:r>
              <a:rPr lang="en-GB" dirty="0"/>
              <a:t>. </a:t>
            </a:r>
            <a:r>
              <a:rPr lang="en-GB" dirty="0" err="1"/>
              <a:t>Accentul</a:t>
            </a:r>
            <a:r>
              <a:rPr lang="en-GB" dirty="0"/>
              <a:t> a </a:t>
            </a:r>
            <a:r>
              <a:rPr lang="en-GB" dirty="0" err="1"/>
              <a:t>căzut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ales pe </a:t>
            </a:r>
            <a:r>
              <a:rPr lang="en-GB" dirty="0" err="1"/>
              <a:t>industrializare</a:t>
            </a:r>
            <a:r>
              <a:rPr lang="en-GB" dirty="0"/>
              <a:t> </a:t>
            </a:r>
            <a:r>
              <a:rPr lang="en-GB" dirty="0" err="1"/>
              <a:t>forțată</a:t>
            </a:r>
            <a:r>
              <a:rPr lang="en-GB" dirty="0"/>
              <a:t>, </a:t>
            </a:r>
            <a:r>
              <a:rPr lang="en-GB" dirty="0" err="1"/>
              <a:t>industrie</a:t>
            </a:r>
            <a:r>
              <a:rPr lang="en-GB" dirty="0"/>
              <a:t> </a:t>
            </a:r>
            <a:r>
              <a:rPr lang="en-GB" dirty="0" err="1"/>
              <a:t>grea</a:t>
            </a:r>
            <a:r>
              <a:rPr lang="en-GB" dirty="0"/>
              <a:t>, </a:t>
            </a:r>
            <a:r>
              <a:rPr lang="en-GB" dirty="0" err="1"/>
              <a:t>mari</a:t>
            </a:r>
            <a:r>
              <a:rPr lang="en-GB" dirty="0"/>
              <a:t> combinate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proiecte</a:t>
            </a:r>
            <a:r>
              <a:rPr lang="en-GB" dirty="0"/>
              <a:t> </a:t>
            </a:r>
            <a:r>
              <a:rPr lang="en-GB" dirty="0" err="1"/>
              <a:t>gigantice</a:t>
            </a:r>
            <a:r>
              <a:rPr lang="en-GB" dirty="0"/>
              <a:t>. </a:t>
            </a:r>
            <a:endParaRPr lang="ro-RO" dirty="0"/>
          </a:p>
          <a:p>
            <a:pPr>
              <a:lnSpc>
                <a:spcPct val="90000"/>
              </a:lnSpc>
            </a:pPr>
            <a:endParaRPr lang="ro-RO" dirty="0"/>
          </a:p>
          <a:p>
            <a:pPr>
              <a:lnSpc>
                <a:spcPct val="90000"/>
              </a:lnSpc>
            </a:pPr>
            <a:r>
              <a:rPr lang="ro-RO" dirty="0"/>
              <a:t>  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anii</a:t>
            </a:r>
            <a:r>
              <a:rPr lang="en-GB" dirty="0"/>
              <a:t> ’70, </a:t>
            </a:r>
            <a:r>
              <a:rPr lang="en-GB" dirty="0" err="1"/>
              <a:t>România</a:t>
            </a:r>
            <a:r>
              <a:rPr lang="en-GB" dirty="0"/>
              <a:t> s-a </a:t>
            </a:r>
            <a:r>
              <a:rPr lang="en-GB" dirty="0" err="1"/>
              <a:t>împrumutat</a:t>
            </a:r>
            <a:r>
              <a:rPr lang="en-GB" dirty="0"/>
              <a:t> </a:t>
            </a:r>
            <a:r>
              <a:rPr lang="en-GB" dirty="0" err="1"/>
              <a:t>masiv</a:t>
            </a:r>
            <a:r>
              <a:rPr lang="en-GB" dirty="0"/>
              <a:t> din Vest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finanța</a:t>
            </a:r>
            <a:r>
              <a:rPr lang="en-GB" dirty="0"/>
              <a:t> </a:t>
            </a:r>
            <a:r>
              <a:rPr lang="en-GB" dirty="0" err="1"/>
              <a:t>industrializarea</a:t>
            </a:r>
            <a:r>
              <a:rPr lang="en-GB" dirty="0"/>
              <a:t>. La </a:t>
            </a:r>
            <a:r>
              <a:rPr lang="en-GB" dirty="0" err="1"/>
              <a:t>sfârșitul</a:t>
            </a:r>
            <a:r>
              <a:rPr lang="en-GB" dirty="0"/>
              <a:t> </a:t>
            </a:r>
            <a:r>
              <a:rPr lang="en-GB" dirty="0" err="1"/>
              <a:t>lui</a:t>
            </a:r>
            <a:r>
              <a:rPr lang="en-GB" dirty="0"/>
              <a:t> 1977, </a:t>
            </a:r>
            <a:r>
              <a:rPr lang="en-GB" dirty="0" err="1"/>
              <a:t>datoria</a:t>
            </a:r>
            <a:r>
              <a:rPr lang="en-GB" dirty="0"/>
              <a:t> </a:t>
            </a:r>
            <a:r>
              <a:rPr lang="en-GB" dirty="0" err="1"/>
              <a:t>externă</a:t>
            </a:r>
            <a:r>
              <a:rPr lang="en-GB" dirty="0"/>
              <a:t> </a:t>
            </a:r>
            <a:r>
              <a:rPr lang="en-GB" dirty="0" err="1"/>
              <a:t>ajunsese</a:t>
            </a:r>
            <a:r>
              <a:rPr lang="en-GB" dirty="0"/>
              <a:t> la </a:t>
            </a:r>
            <a:r>
              <a:rPr lang="en-GB" dirty="0" err="1"/>
              <a:t>aproximativ</a:t>
            </a:r>
            <a:r>
              <a:rPr lang="en-GB" dirty="0"/>
              <a:t> 3,49 </a:t>
            </a:r>
            <a:r>
              <a:rPr lang="en-GB" dirty="0" err="1"/>
              <a:t>miliarde</a:t>
            </a:r>
            <a:r>
              <a:rPr lang="en-GB" dirty="0"/>
              <a:t> </a:t>
            </a:r>
            <a:r>
              <a:rPr lang="en-GB" dirty="0" err="1"/>
              <a:t>dolari</a:t>
            </a:r>
            <a:r>
              <a:rPr lang="en-GB" dirty="0"/>
              <a:t>, </a:t>
            </a:r>
            <a:r>
              <a:rPr lang="en-GB" dirty="0" err="1"/>
              <a:t>iar</a:t>
            </a:r>
            <a:r>
              <a:rPr lang="en-GB" dirty="0"/>
              <a:t> la </a:t>
            </a:r>
            <a:r>
              <a:rPr lang="en-GB" dirty="0" err="1"/>
              <a:t>începutul</a:t>
            </a:r>
            <a:r>
              <a:rPr lang="en-GB" dirty="0"/>
              <a:t> </a:t>
            </a:r>
            <a:r>
              <a:rPr lang="en-GB" dirty="0" err="1"/>
              <a:t>anilor</a:t>
            </a:r>
            <a:r>
              <a:rPr lang="en-GB" dirty="0"/>
              <a:t> ’80 </a:t>
            </a:r>
            <a:r>
              <a:rPr lang="en-GB" dirty="0" err="1"/>
              <a:t>nivelul</a:t>
            </a:r>
            <a:r>
              <a:rPr lang="en-GB" dirty="0"/>
              <a:t> total al </a:t>
            </a:r>
            <a:r>
              <a:rPr lang="en-GB" dirty="0" err="1"/>
              <a:t>datoriei</a:t>
            </a:r>
            <a:r>
              <a:rPr lang="en-GB" dirty="0"/>
              <a:t> </a:t>
            </a:r>
            <a:r>
              <a:rPr lang="en-GB" dirty="0" err="1"/>
              <a:t>ajunsese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jur de 10–12 </a:t>
            </a:r>
            <a:r>
              <a:rPr lang="en-GB" dirty="0" err="1"/>
              <a:t>miliarde</a:t>
            </a:r>
            <a:r>
              <a:rPr lang="en-GB" dirty="0"/>
              <a:t> </a:t>
            </a:r>
            <a:r>
              <a:rPr lang="en-GB" dirty="0" err="1"/>
              <a:t>dolari</a:t>
            </a:r>
            <a:r>
              <a:rPr lang="ro-RO" dirty="0"/>
              <a:t>.</a:t>
            </a:r>
          </a:p>
          <a:p>
            <a:pPr>
              <a:lnSpc>
                <a:spcPct val="90000"/>
              </a:lnSpc>
            </a:pPr>
            <a:endParaRPr lang="ro-RO" sz="2400" dirty="0"/>
          </a:p>
          <a:p>
            <a:r>
              <a:rPr lang="ro-RO" dirty="0"/>
              <a:t>   </a:t>
            </a:r>
            <a:r>
              <a:rPr lang="en-GB" dirty="0"/>
              <a:t>Ceaușescu a </a:t>
            </a:r>
            <a:r>
              <a:rPr lang="en-GB" dirty="0" err="1"/>
              <a:t>decis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plătească</a:t>
            </a:r>
            <a:r>
              <a:rPr lang="en-GB" dirty="0"/>
              <a:t> </a:t>
            </a:r>
            <a:r>
              <a:rPr lang="en-GB" dirty="0" err="1"/>
              <a:t>aproape</a:t>
            </a:r>
            <a:r>
              <a:rPr lang="en-GB" dirty="0"/>
              <a:t> integral </a:t>
            </a:r>
            <a:r>
              <a:rPr lang="en-GB" dirty="0" err="1"/>
              <a:t>datoria</a:t>
            </a:r>
            <a:r>
              <a:rPr lang="en-GB" dirty="0"/>
              <a:t> </a:t>
            </a:r>
            <a:r>
              <a:rPr lang="en-GB" dirty="0" err="1"/>
              <a:t>externă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-un </a:t>
            </a:r>
            <a:r>
              <a:rPr lang="en-GB" dirty="0" err="1"/>
              <a:t>ritm</a:t>
            </a:r>
            <a:r>
              <a:rPr lang="en-GB" dirty="0"/>
              <a:t> </a:t>
            </a:r>
            <a:r>
              <a:rPr lang="en-GB" dirty="0" err="1"/>
              <a:t>foarte</a:t>
            </a:r>
            <a:r>
              <a:rPr lang="en-GB" dirty="0"/>
              <a:t> rapid. Asta a </a:t>
            </a:r>
            <a:r>
              <a:rPr lang="en-GB" dirty="0" err="1"/>
              <a:t>însemnat</a:t>
            </a:r>
            <a:r>
              <a:rPr lang="en-GB" dirty="0"/>
              <a:t>:</a:t>
            </a:r>
            <a:r>
              <a:rPr lang="ro-RO" dirty="0"/>
              <a:t> </a:t>
            </a:r>
            <a:r>
              <a:rPr lang="en-GB" dirty="0" err="1"/>
              <a:t>reducerea</a:t>
            </a:r>
            <a:r>
              <a:rPr lang="ro-RO" dirty="0"/>
              <a:t> </a:t>
            </a:r>
            <a:r>
              <a:rPr lang="en-GB" dirty="0" err="1"/>
              <a:t>importurilor</a:t>
            </a:r>
            <a:r>
              <a:rPr lang="ro-RO" dirty="0"/>
              <a:t>, </a:t>
            </a:r>
            <a:r>
              <a:rPr lang="en-GB" dirty="0" err="1"/>
              <a:t>forțarea</a:t>
            </a:r>
            <a:r>
              <a:rPr lang="en-GB" dirty="0"/>
              <a:t> </a:t>
            </a:r>
            <a:r>
              <a:rPr lang="en-GB" dirty="0" err="1"/>
              <a:t>exporturilor</a:t>
            </a:r>
            <a:r>
              <a:rPr lang="ro-RO" dirty="0"/>
              <a:t>, </a:t>
            </a:r>
            <a:r>
              <a:rPr lang="en-GB" dirty="0" err="1"/>
              <a:t>tăieri</a:t>
            </a:r>
            <a:r>
              <a:rPr lang="en-GB" dirty="0"/>
              <a:t> de </a:t>
            </a:r>
            <a:r>
              <a:rPr lang="en-GB" dirty="0" err="1"/>
              <a:t>consum</a:t>
            </a:r>
            <a:r>
              <a:rPr lang="en-GB" dirty="0"/>
              <a:t> intern</a:t>
            </a:r>
            <a:r>
              <a:rPr lang="ro-RO" dirty="0"/>
              <a:t>, </a:t>
            </a:r>
            <a:r>
              <a:rPr lang="en-GB" dirty="0" err="1"/>
              <a:t>restricții</a:t>
            </a:r>
            <a:r>
              <a:rPr lang="en-GB" dirty="0"/>
              <a:t> la </a:t>
            </a:r>
            <a:r>
              <a:rPr lang="en-GB" dirty="0" err="1"/>
              <a:t>energie</a:t>
            </a:r>
            <a:r>
              <a:rPr lang="ro-RO" dirty="0"/>
              <a:t>, </a:t>
            </a:r>
            <a:r>
              <a:rPr lang="en-GB" dirty="0" err="1"/>
              <a:t>sacrificarea</a:t>
            </a:r>
            <a:r>
              <a:rPr lang="en-GB" dirty="0"/>
              <a:t> </a:t>
            </a:r>
            <a:r>
              <a:rPr lang="en-GB" dirty="0" err="1"/>
              <a:t>nivelului</a:t>
            </a:r>
            <a:r>
              <a:rPr lang="en-GB" dirty="0"/>
              <a:t> de </a:t>
            </a:r>
            <a:r>
              <a:rPr lang="en-GB" dirty="0" err="1"/>
              <a:t>trai</a:t>
            </a:r>
            <a:r>
              <a:rPr lang="ro-RO" dirty="0"/>
              <a:t>.</a:t>
            </a:r>
          </a:p>
          <a:p>
            <a:endParaRPr lang="ro-RO" dirty="0"/>
          </a:p>
          <a:p>
            <a:r>
              <a:rPr lang="ro-RO" dirty="0"/>
              <a:t>   </a:t>
            </a:r>
            <a:r>
              <a:rPr lang="en-GB" dirty="0"/>
              <a:t>A </a:t>
            </a:r>
            <a:r>
              <a:rPr lang="en-GB" dirty="0" err="1"/>
              <a:t>fost</a:t>
            </a:r>
            <a:r>
              <a:rPr lang="en-GB" dirty="0"/>
              <a:t> </a:t>
            </a:r>
            <a:r>
              <a:rPr lang="en-GB" dirty="0" err="1"/>
              <a:t>economia</a:t>
            </a:r>
            <a:r>
              <a:rPr lang="en-GB" dirty="0"/>
              <a:t> </a:t>
            </a:r>
            <a:r>
              <a:rPr lang="en-GB" dirty="0" err="1"/>
              <a:t>comunistă</a:t>
            </a:r>
            <a:r>
              <a:rPr lang="en-GB" dirty="0"/>
              <a:t> „</a:t>
            </a:r>
            <a:r>
              <a:rPr lang="en-GB" dirty="0" err="1"/>
              <a:t>puternică</a:t>
            </a:r>
            <a:r>
              <a:rPr lang="en-GB" dirty="0"/>
              <a:t>”?</a:t>
            </a:r>
            <a:endParaRPr lang="en-US" dirty="0"/>
          </a:p>
          <a:p>
            <a:r>
              <a:rPr lang="en-GB" dirty="0"/>
              <a:t>   Doar </a:t>
            </a:r>
            <a:r>
              <a:rPr lang="en-GB" dirty="0" err="1"/>
              <a:t>parțial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ales propagandistic. </a:t>
            </a:r>
            <a:r>
              <a:rPr lang="en-GB" dirty="0" err="1"/>
              <a:t>Regimul</a:t>
            </a:r>
            <a:r>
              <a:rPr lang="en-GB" dirty="0"/>
              <a:t> a </a:t>
            </a:r>
            <a:r>
              <a:rPr lang="en-GB" dirty="0" err="1"/>
              <a:t>construit</a:t>
            </a:r>
            <a:r>
              <a:rPr lang="en-GB" dirty="0"/>
              <a:t> </a:t>
            </a:r>
            <a:r>
              <a:rPr lang="en-GB" dirty="0" err="1"/>
              <a:t>industrie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o mare </a:t>
            </a:r>
            <a:r>
              <a:rPr lang="en-GB" dirty="0" err="1"/>
              <a:t>parte</a:t>
            </a:r>
            <a:r>
              <a:rPr lang="en-GB" dirty="0"/>
              <a:t> era </a:t>
            </a:r>
            <a:r>
              <a:rPr lang="en-GB" dirty="0" err="1"/>
              <a:t>ineficientă</a:t>
            </a:r>
            <a:r>
              <a:rPr lang="ro-RO" dirty="0"/>
              <a:t> </a:t>
            </a:r>
            <a:r>
              <a:rPr lang="en-GB" dirty="0" err="1"/>
              <a:t>și</a:t>
            </a:r>
            <a:r>
              <a:rPr lang="en-GB" dirty="0"/>
              <a:t> slab </a:t>
            </a:r>
            <a:r>
              <a:rPr lang="en-GB" dirty="0" err="1"/>
              <a:t>adaptată</a:t>
            </a:r>
            <a:r>
              <a:rPr lang="en-GB" dirty="0"/>
              <a:t> </a:t>
            </a:r>
            <a:r>
              <a:rPr lang="en-GB" dirty="0" err="1"/>
              <a:t>cererii</a:t>
            </a:r>
            <a:r>
              <a:rPr lang="en-GB" dirty="0"/>
              <a:t> </a:t>
            </a:r>
            <a:r>
              <a:rPr lang="en-GB" dirty="0" err="1"/>
              <a:t>reale</a:t>
            </a:r>
            <a:r>
              <a:rPr lang="en-GB" dirty="0"/>
              <a:t>. </a:t>
            </a:r>
            <a:r>
              <a:rPr lang="en-GB" dirty="0" err="1"/>
              <a:t>Iar</a:t>
            </a:r>
            <a:r>
              <a:rPr lang="en-GB" dirty="0"/>
              <a:t> </a:t>
            </a:r>
            <a:r>
              <a:rPr lang="en-GB" dirty="0" err="1"/>
              <a:t>spre</a:t>
            </a:r>
            <a:r>
              <a:rPr lang="en-GB" dirty="0"/>
              <a:t> </a:t>
            </a:r>
            <a:r>
              <a:rPr lang="en-GB" dirty="0" err="1"/>
              <a:t>finalul</a:t>
            </a:r>
            <a:r>
              <a:rPr lang="en-GB" dirty="0"/>
              <a:t> </a:t>
            </a:r>
            <a:r>
              <a:rPr lang="en-GB" dirty="0" err="1"/>
              <a:t>regimului</a:t>
            </a:r>
            <a:r>
              <a:rPr lang="en-GB" dirty="0"/>
              <a:t>, </a:t>
            </a:r>
            <a:r>
              <a:rPr lang="en-GB" dirty="0" err="1"/>
              <a:t>chiar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datoria</a:t>
            </a:r>
            <a:r>
              <a:rPr lang="en-GB" dirty="0"/>
              <a:t> </a:t>
            </a:r>
            <a:r>
              <a:rPr lang="en-GB" dirty="0" err="1"/>
              <a:t>externă</a:t>
            </a:r>
            <a:r>
              <a:rPr lang="en-GB" dirty="0"/>
              <a:t> </a:t>
            </a:r>
            <a:r>
              <a:rPr lang="en-GB" dirty="0" err="1"/>
              <a:t>fusese</a:t>
            </a:r>
            <a:r>
              <a:rPr lang="en-GB" dirty="0"/>
              <a:t> </a:t>
            </a:r>
            <a:r>
              <a:rPr lang="en-GB" dirty="0" err="1"/>
              <a:t>aproape</a:t>
            </a:r>
            <a:r>
              <a:rPr lang="en-GB" dirty="0"/>
              <a:t> </a:t>
            </a:r>
            <a:r>
              <a:rPr lang="en-GB" dirty="0" err="1"/>
              <a:t>lichidată</a:t>
            </a:r>
            <a:r>
              <a:rPr lang="en-GB" dirty="0"/>
              <a:t>, </a:t>
            </a:r>
            <a:r>
              <a:rPr lang="en-GB" dirty="0" err="1"/>
              <a:t>costul</a:t>
            </a:r>
            <a:r>
              <a:rPr lang="en-GB" dirty="0"/>
              <a:t> a </a:t>
            </a:r>
            <a:r>
              <a:rPr lang="en-GB" dirty="0" err="1"/>
              <a:t>fost</a:t>
            </a:r>
            <a:r>
              <a:rPr lang="en-GB" dirty="0"/>
              <a:t> </a:t>
            </a:r>
            <a:r>
              <a:rPr lang="en-GB" dirty="0" err="1"/>
              <a:t>stagnarea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regresul</a:t>
            </a:r>
            <a:r>
              <a:rPr lang="en-GB" dirty="0"/>
              <a:t> economic, </a:t>
            </a:r>
            <a:r>
              <a:rPr lang="en-GB" dirty="0" err="1"/>
              <a:t>uzura</a:t>
            </a:r>
            <a:r>
              <a:rPr lang="en-GB" dirty="0"/>
              <a:t> </a:t>
            </a:r>
            <a:r>
              <a:rPr lang="en-GB" dirty="0" err="1"/>
              <a:t>capitalului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scăderea</a:t>
            </a:r>
            <a:r>
              <a:rPr lang="en-GB" dirty="0"/>
              <a:t> </a:t>
            </a:r>
            <a:r>
              <a:rPr lang="en-GB" dirty="0" err="1"/>
              <a:t>severă</a:t>
            </a:r>
            <a:r>
              <a:rPr lang="en-GB" dirty="0"/>
              <a:t> a </a:t>
            </a:r>
            <a:r>
              <a:rPr lang="en-GB" dirty="0" err="1"/>
              <a:t>nivelului</a:t>
            </a:r>
            <a:r>
              <a:rPr lang="en-GB" dirty="0"/>
              <a:t> de </a:t>
            </a:r>
            <a:r>
              <a:rPr lang="en-GB" dirty="0" err="1"/>
              <a:t>trai</a:t>
            </a:r>
            <a:r>
              <a:rPr lang="en-GB" dirty="0"/>
              <a:t>. </a:t>
            </a:r>
            <a:endParaRPr lang="en-US" dirty="0"/>
          </a:p>
          <a:p>
            <a:endParaRPr lang="en-US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21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2BB3-727B-6D37-438C-594D9BCA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12" y="-457200"/>
            <a:ext cx="9143998" cy="1020762"/>
          </a:xfrm>
        </p:spPr>
        <p:txBody>
          <a:bodyPr>
            <a:normAutofit/>
          </a:bodyPr>
          <a:lstStyle/>
          <a:p>
            <a:r>
              <a:rPr lang="ro-RO" sz="2800" u="sng" dirty="0">
                <a:hlinkClick r:id="rId2"/>
              </a:rPr>
              <a:t>8. </a:t>
            </a:r>
            <a:r>
              <a:rPr lang="en-GB" sz="2800" u="sng" dirty="0">
                <a:hlinkClick r:id="rId2"/>
              </a:rPr>
              <a:t>PIB-ul </a:t>
            </a:r>
            <a:r>
              <a:rPr lang="en-GB" sz="2800" u="sng" dirty="0" err="1">
                <a:hlinkClick r:id="rId2"/>
              </a:rPr>
              <a:t>României</a:t>
            </a:r>
            <a:r>
              <a:rPr lang="en-GB" sz="2800" u="sng" dirty="0">
                <a:hlinkClick r:id="rId2"/>
              </a:rPr>
              <a:t> 1870 - 2000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F5612-67BF-411B-9298-1173A629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8C36C-A7E9-6AF0-9E6F-D1DEE95A0D34}"/>
              </a:ext>
            </a:extLst>
          </p:cNvPr>
          <p:cNvSpPr txBox="1"/>
          <p:nvPr/>
        </p:nvSpPr>
        <p:spPr>
          <a:xfrm>
            <a:off x="315204" y="1654379"/>
            <a:ext cx="61608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1870–1910: </a:t>
            </a:r>
            <a:r>
              <a:rPr lang="en-GB" sz="1600" dirty="0" err="1"/>
              <a:t>economia</a:t>
            </a:r>
            <a:r>
              <a:rPr lang="en-GB" sz="1600" dirty="0"/>
              <a:t> </a:t>
            </a:r>
            <a:r>
              <a:rPr lang="en-GB" sz="1600" dirty="0" err="1"/>
              <a:t>crește</a:t>
            </a:r>
            <a:r>
              <a:rPr lang="en-GB" sz="1600" dirty="0"/>
              <a:t> </a:t>
            </a:r>
            <a:r>
              <a:rPr lang="en-GB" sz="1600" dirty="0" err="1"/>
              <a:t>încet</a:t>
            </a:r>
            <a:r>
              <a:rPr lang="en-GB" sz="1600" dirty="0"/>
              <a:t>, </a:t>
            </a:r>
            <a:r>
              <a:rPr lang="en-GB" sz="1600" dirty="0" err="1"/>
              <a:t>România</a:t>
            </a:r>
            <a:r>
              <a:rPr lang="en-GB" sz="1600" dirty="0"/>
              <a:t> era </a:t>
            </a:r>
            <a:r>
              <a:rPr lang="en-GB" sz="1600" dirty="0" err="1"/>
              <a:t>încă</a:t>
            </a:r>
            <a:r>
              <a:rPr lang="en-GB" sz="1600" dirty="0"/>
              <a:t> o </a:t>
            </a:r>
            <a:r>
              <a:rPr lang="en-GB" sz="1600" dirty="0" err="1"/>
              <a:t>țară</a:t>
            </a:r>
            <a:r>
              <a:rPr lang="en-GB" sz="1600" dirty="0"/>
              <a:t> predominant </a:t>
            </a:r>
            <a:r>
              <a:rPr lang="en-GB" sz="1600" dirty="0" err="1"/>
              <a:t>agrară</a:t>
            </a:r>
            <a:r>
              <a:rPr lang="en-GB" sz="1600" dirty="0"/>
              <a:t>.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1910–1945: apar </a:t>
            </a:r>
            <a:r>
              <a:rPr lang="en-GB" sz="1600" dirty="0" err="1"/>
              <a:t>fluctuații</a:t>
            </a:r>
            <a:r>
              <a:rPr lang="en-GB" sz="1600" dirty="0"/>
              <a:t> din </a:t>
            </a:r>
            <a:r>
              <a:rPr lang="en-GB" sz="1600" dirty="0" err="1"/>
              <a:t>cauza</a:t>
            </a:r>
            <a:r>
              <a:rPr lang="en-GB" sz="1600" dirty="0"/>
              <a:t> </a:t>
            </a:r>
            <a:r>
              <a:rPr lang="en-GB" sz="1600" dirty="0" err="1"/>
              <a:t>Primului</a:t>
            </a:r>
            <a:r>
              <a:rPr lang="en-GB" sz="1600" dirty="0"/>
              <a:t> </a:t>
            </a:r>
            <a:r>
              <a:rPr lang="en-GB" sz="1600" dirty="0" err="1"/>
              <a:t>Război</a:t>
            </a:r>
            <a:r>
              <a:rPr lang="en-GB" sz="1600" dirty="0"/>
              <a:t> Mondial, </a:t>
            </a:r>
            <a:r>
              <a:rPr lang="en-GB" sz="1600" dirty="0" err="1"/>
              <a:t>crizei</a:t>
            </a:r>
            <a:r>
              <a:rPr lang="en-GB" sz="1600" dirty="0"/>
              <a:t> </a:t>
            </a:r>
            <a:r>
              <a:rPr lang="en-GB" sz="1600" dirty="0" err="1"/>
              <a:t>economice</a:t>
            </a:r>
            <a:r>
              <a:rPr lang="en-GB" sz="1600" dirty="0"/>
              <a:t> din 1929 </a:t>
            </a:r>
            <a:r>
              <a:rPr lang="en-GB" sz="1600" dirty="0" err="1"/>
              <a:t>și</a:t>
            </a:r>
            <a:r>
              <a:rPr lang="en-GB" sz="1600" dirty="0"/>
              <a:t> Al </a:t>
            </a:r>
            <a:r>
              <a:rPr lang="en-GB" sz="1600" dirty="0" err="1"/>
              <a:t>Doilea</a:t>
            </a:r>
            <a:r>
              <a:rPr lang="en-GB" sz="1600" dirty="0"/>
              <a:t> </a:t>
            </a:r>
            <a:r>
              <a:rPr lang="en-GB" sz="1600" dirty="0" err="1"/>
              <a:t>Război</a:t>
            </a:r>
            <a:r>
              <a:rPr lang="en-GB" sz="1600" dirty="0"/>
              <a:t> Mondial. PIB-ul </a:t>
            </a:r>
            <a:r>
              <a:rPr lang="en-GB" sz="1600" dirty="0" err="1"/>
              <a:t>scade</a:t>
            </a:r>
            <a:r>
              <a:rPr lang="en-GB" sz="1600" dirty="0"/>
              <a:t> </a:t>
            </a:r>
            <a:r>
              <a:rPr lang="en-GB" sz="1600" dirty="0" err="1"/>
              <a:t>puternic</a:t>
            </a:r>
            <a:r>
              <a:rPr lang="en-GB" sz="1600" dirty="0"/>
              <a:t> </a:t>
            </a:r>
            <a:r>
              <a:rPr lang="en-GB" sz="1600" dirty="0" err="1"/>
              <a:t>spre</a:t>
            </a:r>
            <a:r>
              <a:rPr lang="en-GB" sz="1600" dirty="0"/>
              <a:t> </a:t>
            </a:r>
            <a:r>
              <a:rPr lang="en-GB" sz="1600" dirty="0" err="1"/>
              <a:t>finalul</a:t>
            </a:r>
            <a:r>
              <a:rPr lang="en-GB" sz="1600" dirty="0"/>
              <a:t> </a:t>
            </a:r>
            <a:r>
              <a:rPr lang="en-GB" sz="1600" dirty="0" err="1"/>
              <a:t>războiului</a:t>
            </a:r>
            <a:r>
              <a:rPr lang="en-GB" sz="1600" dirty="0"/>
              <a:t>.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1947–1989 (</a:t>
            </a:r>
            <a:r>
              <a:rPr lang="en-GB" sz="1600" dirty="0" err="1"/>
              <a:t>perioada</a:t>
            </a:r>
            <a:r>
              <a:rPr lang="en-GB" sz="1600" dirty="0"/>
              <a:t> </a:t>
            </a:r>
            <a:r>
              <a:rPr lang="en-GB" sz="1600" dirty="0" err="1"/>
              <a:t>comunistă</a:t>
            </a:r>
            <a:r>
              <a:rPr lang="en-GB" sz="1600" dirty="0"/>
              <a:t>): se </a:t>
            </a:r>
            <a:r>
              <a:rPr lang="en-GB" sz="1600" dirty="0" err="1"/>
              <a:t>vede</a:t>
            </a:r>
            <a:r>
              <a:rPr lang="en-GB" sz="1600" dirty="0"/>
              <a:t> o </a:t>
            </a:r>
            <a:r>
              <a:rPr lang="en-GB" sz="1600" dirty="0" err="1"/>
              <a:t>creștere</a:t>
            </a:r>
            <a:r>
              <a:rPr lang="en-GB" sz="1600" dirty="0"/>
              <a:t> </a:t>
            </a:r>
            <a:r>
              <a:rPr lang="en-GB" sz="1600" dirty="0" err="1"/>
              <a:t>economică</a:t>
            </a:r>
            <a:r>
              <a:rPr lang="en-GB" sz="1600" dirty="0"/>
              <a:t> </a:t>
            </a:r>
            <a:r>
              <a:rPr lang="en-GB" sz="1600" dirty="0" err="1"/>
              <a:t>constantă</a:t>
            </a:r>
            <a:r>
              <a:rPr lang="en-GB" sz="1600" dirty="0"/>
              <a:t>, </a:t>
            </a:r>
            <a:r>
              <a:rPr lang="en-GB" sz="1600" dirty="0" err="1"/>
              <a:t>mai</a:t>
            </a:r>
            <a:r>
              <a:rPr lang="en-GB" sz="1600" dirty="0"/>
              <a:t> ales </a:t>
            </a:r>
            <a:r>
              <a:rPr lang="en-GB" sz="1600" dirty="0" err="1"/>
              <a:t>după</a:t>
            </a:r>
            <a:r>
              <a:rPr lang="en-GB" sz="1600" dirty="0"/>
              <a:t> </a:t>
            </a:r>
            <a:r>
              <a:rPr lang="en-GB" sz="1600" dirty="0" err="1"/>
              <a:t>anii</a:t>
            </a:r>
            <a:r>
              <a:rPr lang="en-GB" sz="1600" dirty="0"/>
              <a:t> 1960, </a:t>
            </a:r>
            <a:r>
              <a:rPr lang="en-GB" sz="1600" dirty="0" err="1"/>
              <a:t>datorită</a:t>
            </a:r>
            <a:r>
              <a:rPr lang="en-GB" sz="1600" dirty="0"/>
              <a:t> </a:t>
            </a:r>
            <a:r>
              <a:rPr lang="en-GB" sz="1600" dirty="0" err="1"/>
              <a:t>industrializării</a:t>
            </a:r>
            <a:r>
              <a:rPr lang="en-GB" sz="1600" dirty="0"/>
              <a:t> </a:t>
            </a:r>
            <a:r>
              <a:rPr lang="en-GB" sz="1600" dirty="0" err="1"/>
              <a:t>forțate</a:t>
            </a:r>
            <a:r>
              <a:rPr lang="en-GB" sz="1600" dirty="0"/>
              <a:t> (</a:t>
            </a:r>
            <a:r>
              <a:rPr lang="en-GB" sz="1600" dirty="0" err="1"/>
              <a:t>fabrici</a:t>
            </a:r>
            <a:r>
              <a:rPr lang="en-GB" sz="1600" dirty="0"/>
              <a:t>, combinate, </a:t>
            </a:r>
            <a:r>
              <a:rPr lang="en-GB" sz="1600" dirty="0" err="1"/>
              <a:t>infrastructură</a:t>
            </a:r>
            <a:r>
              <a:rPr lang="en-GB" sz="1600" dirty="0"/>
              <a:t>).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După</a:t>
            </a:r>
            <a:r>
              <a:rPr lang="en-GB" sz="1600" dirty="0"/>
              <a:t> 1989: </a:t>
            </a:r>
            <a:r>
              <a:rPr lang="en-GB" sz="1600" dirty="0" err="1"/>
              <a:t>apare</a:t>
            </a:r>
            <a:r>
              <a:rPr lang="en-GB" sz="1600" dirty="0"/>
              <a:t> o </a:t>
            </a:r>
            <a:r>
              <a:rPr lang="en-GB" sz="1600" dirty="0" err="1"/>
              <a:t>scădere</a:t>
            </a:r>
            <a:r>
              <a:rPr lang="en-GB" sz="1600" dirty="0"/>
              <a:t> mare a PIB-</a:t>
            </a:r>
            <a:r>
              <a:rPr lang="en-GB" sz="1600" dirty="0" err="1"/>
              <a:t>ului</a:t>
            </a:r>
            <a:r>
              <a:rPr lang="en-GB" sz="1600" dirty="0"/>
              <a:t> </a:t>
            </a:r>
            <a:r>
              <a:rPr lang="en-GB" sz="1600" dirty="0" err="1"/>
              <a:t>deoarece</a:t>
            </a:r>
            <a:r>
              <a:rPr lang="en-GB" sz="1600" dirty="0"/>
              <a:t> </a:t>
            </a:r>
            <a:r>
              <a:rPr lang="en-GB" sz="1600" dirty="0" err="1"/>
              <a:t>economia</a:t>
            </a:r>
            <a:r>
              <a:rPr lang="en-GB" sz="1600" dirty="0"/>
              <a:t> </a:t>
            </a:r>
            <a:r>
              <a:rPr lang="en-GB" sz="1600" dirty="0" err="1"/>
              <a:t>comunistă</a:t>
            </a:r>
            <a:r>
              <a:rPr lang="en-GB" sz="1600" dirty="0"/>
              <a:t> s-a </a:t>
            </a:r>
            <a:r>
              <a:rPr lang="en-GB" sz="1600" dirty="0" err="1"/>
              <a:t>prăbușit</a:t>
            </a:r>
            <a:r>
              <a:rPr lang="en-GB" sz="1600" dirty="0"/>
              <a:t> </a:t>
            </a:r>
            <a:r>
              <a:rPr lang="en-GB" sz="1600" dirty="0" err="1"/>
              <a:t>și</a:t>
            </a:r>
            <a:r>
              <a:rPr lang="en-GB" sz="1600" dirty="0"/>
              <a:t> </a:t>
            </a:r>
            <a:r>
              <a:rPr lang="en-GB" sz="1600" dirty="0" err="1"/>
              <a:t>multe</a:t>
            </a:r>
            <a:r>
              <a:rPr lang="en-GB" sz="1600" dirty="0"/>
              <a:t> </a:t>
            </a:r>
            <a:r>
              <a:rPr lang="en-GB" sz="1600" dirty="0" err="1"/>
              <a:t>fabrici</a:t>
            </a:r>
            <a:r>
              <a:rPr lang="en-GB" sz="1600" dirty="0"/>
              <a:t> </a:t>
            </a:r>
            <a:r>
              <a:rPr lang="en-GB" sz="1600" dirty="0" err="1"/>
              <a:t>neprofitabile</a:t>
            </a:r>
            <a:r>
              <a:rPr lang="en-GB" sz="1600" dirty="0"/>
              <a:t> s-au </a:t>
            </a:r>
            <a:r>
              <a:rPr lang="en-GB" sz="1600" dirty="0" err="1"/>
              <a:t>închis</a:t>
            </a:r>
            <a:r>
              <a:rPr lang="en-GB" sz="1600" dirty="0"/>
              <a:t>.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După</a:t>
            </a:r>
            <a:r>
              <a:rPr lang="en-GB" sz="1600" dirty="0"/>
              <a:t> </a:t>
            </a:r>
            <a:r>
              <a:rPr lang="en-GB" sz="1600" dirty="0" err="1"/>
              <a:t>mijlocul</a:t>
            </a:r>
            <a:r>
              <a:rPr lang="en-GB" sz="1600" dirty="0"/>
              <a:t> </a:t>
            </a:r>
            <a:r>
              <a:rPr lang="en-GB" sz="1600" dirty="0" err="1"/>
              <a:t>anilor</a:t>
            </a:r>
            <a:r>
              <a:rPr lang="en-GB" sz="1600" dirty="0"/>
              <a:t> 1990: </a:t>
            </a:r>
            <a:r>
              <a:rPr lang="en-GB" sz="1600" dirty="0" err="1"/>
              <a:t>economia</a:t>
            </a:r>
            <a:r>
              <a:rPr lang="en-GB" sz="1600" dirty="0"/>
              <a:t> </a:t>
            </a:r>
            <a:r>
              <a:rPr lang="en-GB" sz="1600" dirty="0" err="1"/>
              <a:t>începe</a:t>
            </a:r>
            <a:r>
              <a:rPr lang="en-GB" sz="1600" dirty="0"/>
              <a:t> </a:t>
            </a:r>
            <a:r>
              <a:rPr lang="en-GB" sz="1600" dirty="0" err="1"/>
              <a:t>să</a:t>
            </a:r>
            <a:r>
              <a:rPr lang="en-GB" sz="1600" dirty="0"/>
              <a:t> se </a:t>
            </a:r>
            <a:r>
              <a:rPr lang="en-GB" sz="1600" dirty="0" err="1"/>
              <a:t>recupereze</a:t>
            </a:r>
            <a:r>
              <a:rPr lang="en-GB" sz="1600" dirty="0"/>
              <a:t> </a:t>
            </a:r>
            <a:r>
              <a:rPr lang="en-GB" sz="1600" dirty="0" err="1"/>
              <a:t>treptat</a:t>
            </a:r>
            <a:r>
              <a:rPr lang="en-GB" sz="1600" dirty="0"/>
              <a:t> </a:t>
            </a:r>
            <a:r>
              <a:rPr lang="en-GB" sz="1600" dirty="0" err="1"/>
              <a:t>odată</a:t>
            </a:r>
            <a:r>
              <a:rPr lang="en-GB" sz="1600" dirty="0"/>
              <a:t> cu </a:t>
            </a:r>
            <a:r>
              <a:rPr lang="en-GB" sz="1600" dirty="0" err="1"/>
              <a:t>trecerea</a:t>
            </a:r>
            <a:r>
              <a:rPr lang="en-GB" sz="1600" dirty="0"/>
              <a:t> la </a:t>
            </a:r>
            <a:r>
              <a:rPr lang="en-GB" sz="1600" dirty="0" err="1"/>
              <a:t>economia</a:t>
            </a:r>
            <a:r>
              <a:rPr lang="en-GB" sz="1600" dirty="0"/>
              <a:t> de </a:t>
            </a:r>
            <a:r>
              <a:rPr lang="en-GB" sz="1600" dirty="0" err="1"/>
              <a:t>piață</a:t>
            </a:r>
            <a:r>
              <a:rPr lang="en-GB" sz="1600" dirty="0"/>
              <a:t>.</a:t>
            </a:r>
            <a:endParaRPr lang="en-US" sz="1600" dirty="0"/>
          </a:p>
          <a:p>
            <a:pPr>
              <a:lnSpc>
                <a:spcPct val="90000"/>
              </a:lnSpc>
            </a:pPr>
            <a:endParaRPr lang="ro-RO" sz="1600" dirty="0"/>
          </a:p>
          <a:p>
            <a:pPr>
              <a:lnSpc>
                <a:spcPct val="90000"/>
              </a:lnSpc>
            </a:pPr>
            <a:r>
              <a:rPr lang="ro-RO" sz="1600" dirty="0"/>
              <a:t>   </a:t>
            </a:r>
            <a:r>
              <a:rPr lang="en-GB" sz="1600" dirty="0"/>
              <a:t>Cu </a:t>
            </a:r>
            <a:r>
              <a:rPr lang="en-GB" sz="1600" dirty="0" err="1"/>
              <a:t>alte</a:t>
            </a:r>
            <a:r>
              <a:rPr lang="en-GB" sz="1600" dirty="0"/>
              <a:t> </a:t>
            </a:r>
            <a:r>
              <a:rPr lang="en-GB" sz="1600" dirty="0" err="1"/>
              <a:t>cuvinte</a:t>
            </a:r>
            <a:r>
              <a:rPr lang="en-GB" sz="1600" dirty="0"/>
              <a:t> </a:t>
            </a:r>
            <a:r>
              <a:rPr lang="en-GB" sz="1600" dirty="0" err="1"/>
              <a:t>faptul</a:t>
            </a:r>
            <a:r>
              <a:rPr lang="en-GB" sz="1600" dirty="0"/>
              <a:t> </a:t>
            </a:r>
            <a:r>
              <a:rPr lang="en-GB" sz="1600" dirty="0" err="1"/>
              <a:t>că</a:t>
            </a:r>
            <a:r>
              <a:rPr lang="en-GB" sz="1600" dirty="0"/>
              <a:t> </a:t>
            </a:r>
            <a:r>
              <a:rPr lang="en-GB" sz="1600" dirty="0" err="1"/>
              <a:t>România</a:t>
            </a:r>
            <a:r>
              <a:rPr lang="en-GB" sz="1600" dirty="0"/>
              <a:t> a </a:t>
            </a:r>
            <a:r>
              <a:rPr lang="en-GB" sz="1600" dirty="0" err="1"/>
              <a:t>ajuns</a:t>
            </a:r>
            <a:r>
              <a:rPr lang="en-GB" sz="1600" dirty="0"/>
              <a:t> </a:t>
            </a:r>
            <a:r>
              <a:rPr lang="en-GB" sz="1600" dirty="0" err="1"/>
              <a:t>aproape</a:t>
            </a:r>
            <a:r>
              <a:rPr lang="en-GB" sz="1600" dirty="0"/>
              <a:t> </a:t>
            </a:r>
            <a:r>
              <a:rPr lang="en-GB" sz="1600" dirty="0" err="1"/>
              <a:t>fără</a:t>
            </a:r>
            <a:r>
              <a:rPr lang="en-GB" sz="1600" dirty="0"/>
              <a:t> </a:t>
            </a:r>
            <a:r>
              <a:rPr lang="en-GB" sz="1600" dirty="0" err="1"/>
              <a:t>datorie</a:t>
            </a:r>
            <a:r>
              <a:rPr lang="en-GB" sz="1600" dirty="0"/>
              <a:t> </a:t>
            </a:r>
            <a:r>
              <a:rPr lang="en-GB" sz="1600" dirty="0" err="1"/>
              <a:t>externă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1989 nu </a:t>
            </a:r>
            <a:r>
              <a:rPr lang="en-GB" sz="1600" dirty="0" err="1"/>
              <a:t>înseamnă</a:t>
            </a:r>
            <a:r>
              <a:rPr lang="en-GB" sz="1600" dirty="0"/>
              <a:t> </a:t>
            </a:r>
            <a:r>
              <a:rPr lang="en-GB" sz="1600" dirty="0" err="1"/>
              <a:t>că</a:t>
            </a:r>
            <a:r>
              <a:rPr lang="en-GB" sz="1600" dirty="0"/>
              <a:t> </a:t>
            </a:r>
            <a:r>
              <a:rPr lang="en-GB" sz="1600" dirty="0" err="1"/>
              <a:t>economia</a:t>
            </a:r>
            <a:r>
              <a:rPr lang="en-GB" sz="1600" dirty="0"/>
              <a:t> era </a:t>
            </a:r>
            <a:r>
              <a:rPr lang="en-GB" sz="1600" dirty="0" err="1"/>
              <a:t>sănătoasă</a:t>
            </a:r>
            <a:r>
              <a:rPr lang="en-GB" sz="1600" dirty="0"/>
              <a:t>. </a:t>
            </a:r>
            <a:r>
              <a:rPr lang="en-GB" sz="1600" dirty="0" err="1"/>
              <a:t>Înseamnă</a:t>
            </a:r>
            <a:r>
              <a:rPr lang="en-GB" sz="1600" dirty="0"/>
              <a:t> </a:t>
            </a:r>
            <a:r>
              <a:rPr lang="en-GB" sz="1600" dirty="0" err="1"/>
              <a:t>doar</a:t>
            </a:r>
            <a:r>
              <a:rPr lang="en-GB" sz="1600" dirty="0"/>
              <a:t> </a:t>
            </a:r>
            <a:r>
              <a:rPr lang="en-GB" sz="1600" dirty="0" err="1"/>
              <a:t>că</a:t>
            </a:r>
            <a:r>
              <a:rPr lang="en-GB" sz="1600" dirty="0"/>
              <a:t> </a:t>
            </a:r>
            <a:r>
              <a:rPr lang="en-GB" sz="1600" dirty="0" err="1"/>
              <a:t>populația</a:t>
            </a:r>
            <a:r>
              <a:rPr lang="en-GB" sz="1600" dirty="0"/>
              <a:t> a </a:t>
            </a:r>
            <a:r>
              <a:rPr lang="en-GB" sz="1600" dirty="0" err="1"/>
              <a:t>fost</a:t>
            </a:r>
            <a:r>
              <a:rPr lang="en-GB" sz="1600" dirty="0"/>
              <a:t> </a:t>
            </a:r>
            <a:r>
              <a:rPr lang="en-GB" sz="1600" dirty="0" err="1"/>
              <a:t>sacrificată</a:t>
            </a:r>
            <a:r>
              <a:rPr lang="en-GB" sz="1600" dirty="0"/>
              <a:t> </a:t>
            </a:r>
            <a:r>
              <a:rPr lang="en-GB" sz="1600" dirty="0" err="1"/>
              <a:t>pentru</a:t>
            </a:r>
            <a:r>
              <a:rPr lang="en-GB" sz="1600" dirty="0"/>
              <a:t> un </a:t>
            </a:r>
            <a:r>
              <a:rPr lang="en-GB" sz="1600" dirty="0" err="1"/>
              <a:t>obiectiv</a:t>
            </a:r>
            <a:r>
              <a:rPr lang="en-GB" sz="1600" dirty="0"/>
              <a:t> politic al </a:t>
            </a:r>
            <a:r>
              <a:rPr lang="en-GB" sz="1600" dirty="0" err="1"/>
              <a:t>dictatorului</a:t>
            </a:r>
            <a:r>
              <a:rPr lang="en-GB" sz="1600" dirty="0"/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B7A2D-9958-CF13-9808-593FC2CC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106" y="1654379"/>
            <a:ext cx="5724640" cy="33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7CA7-D8C9-8AA9-B606-377B7284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012" y="9808"/>
            <a:ext cx="9143998" cy="1020762"/>
          </a:xfrm>
        </p:spPr>
        <p:txBody>
          <a:bodyPr>
            <a:normAutofit/>
          </a:bodyPr>
          <a:lstStyle/>
          <a:p>
            <a:r>
              <a:rPr lang="en-GB" sz="2800" dirty="0"/>
              <a:t>12. </a:t>
            </a:r>
            <a:r>
              <a:rPr lang="en-GB" sz="2800" dirty="0" err="1"/>
              <a:t>Concluzie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EC0268-1215-3D59-A4A6-D7C3DCF1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3024C-1762-1BB2-C5C0-CD8C12ECD950}"/>
              </a:ext>
            </a:extLst>
          </p:cNvPr>
          <p:cNvSpPr txBox="1"/>
          <p:nvPr/>
        </p:nvSpPr>
        <p:spPr>
          <a:xfrm>
            <a:off x="303212" y="1704974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</a:t>
            </a:r>
            <a:r>
              <a:rPr lang="en-GB" dirty="0" err="1"/>
              <a:t>Comunismul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România</a:t>
            </a:r>
            <a:r>
              <a:rPr lang="en-GB" dirty="0"/>
              <a:t> a </a:t>
            </a:r>
            <a:r>
              <a:rPr lang="en-GB" dirty="0" err="1"/>
              <a:t>început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impunere</a:t>
            </a:r>
            <a:r>
              <a:rPr lang="en-GB" dirty="0"/>
              <a:t> </a:t>
            </a:r>
            <a:r>
              <a:rPr lang="en-GB" dirty="0" err="1"/>
              <a:t>sovietică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fraudă</a:t>
            </a:r>
            <a:r>
              <a:rPr lang="en-GB" dirty="0"/>
              <a:t> </a:t>
            </a:r>
            <a:r>
              <a:rPr lang="en-GB" dirty="0" err="1"/>
              <a:t>politică</a:t>
            </a:r>
            <a:r>
              <a:rPr lang="en-GB" dirty="0"/>
              <a:t>, s-a </a:t>
            </a:r>
            <a:r>
              <a:rPr lang="en-GB" dirty="0" err="1"/>
              <a:t>consolidat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teroare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s-a </a:t>
            </a:r>
            <a:r>
              <a:rPr lang="en-GB" dirty="0" err="1"/>
              <a:t>menținut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propagandă</a:t>
            </a:r>
            <a:r>
              <a:rPr lang="en-GB" dirty="0"/>
              <a:t>, </a:t>
            </a:r>
            <a:r>
              <a:rPr lang="en-GB" dirty="0" err="1"/>
              <a:t>frică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control total. A </a:t>
            </a:r>
            <a:r>
              <a:rPr lang="en-GB" dirty="0" err="1"/>
              <a:t>distrus</a:t>
            </a:r>
            <a:r>
              <a:rPr lang="en-GB" dirty="0"/>
              <a:t> </a:t>
            </a:r>
            <a:r>
              <a:rPr lang="en-GB" dirty="0" err="1"/>
              <a:t>partidele</a:t>
            </a:r>
            <a:r>
              <a:rPr lang="en-GB" dirty="0"/>
              <a:t> </a:t>
            </a:r>
            <a:r>
              <a:rPr lang="en-GB" dirty="0" err="1"/>
              <a:t>democratice</a:t>
            </a:r>
            <a:r>
              <a:rPr lang="en-GB" dirty="0"/>
              <a:t>, a </a:t>
            </a:r>
            <a:r>
              <a:rPr lang="en-GB" dirty="0" err="1"/>
              <a:t>băgat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închisori</a:t>
            </a:r>
            <a:r>
              <a:rPr lang="en-GB" dirty="0"/>
              <a:t> </a:t>
            </a:r>
            <a:r>
              <a:rPr lang="en-GB" dirty="0" err="1"/>
              <a:t>sute</a:t>
            </a:r>
            <a:r>
              <a:rPr lang="en-GB" dirty="0"/>
              <a:t> de mii de </a:t>
            </a:r>
            <a:r>
              <a:rPr lang="en-GB" dirty="0" err="1"/>
              <a:t>oameni</a:t>
            </a:r>
            <a:r>
              <a:rPr lang="en-GB" dirty="0"/>
              <a:t>, a </a:t>
            </a:r>
            <a:r>
              <a:rPr lang="en-GB" dirty="0" err="1"/>
              <a:t>ascuns</a:t>
            </a:r>
            <a:r>
              <a:rPr lang="en-GB" dirty="0"/>
              <a:t> </a:t>
            </a:r>
            <a:r>
              <a:rPr lang="en-GB" dirty="0" err="1"/>
              <a:t>morți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crime, a </a:t>
            </a:r>
            <a:r>
              <a:rPr lang="en-GB" dirty="0" err="1"/>
              <a:t>lovit</a:t>
            </a:r>
            <a:r>
              <a:rPr lang="en-GB" dirty="0"/>
              <a:t> </a:t>
            </a:r>
            <a:r>
              <a:rPr lang="en-GB" dirty="0" err="1"/>
              <a:t>țărănimea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colectivizare</a:t>
            </a:r>
            <a:r>
              <a:rPr lang="en-GB" dirty="0"/>
              <a:t>, a </a:t>
            </a:r>
            <a:r>
              <a:rPr lang="en-GB" dirty="0" err="1"/>
              <a:t>controlat</a:t>
            </a:r>
            <a:r>
              <a:rPr lang="en-GB" dirty="0"/>
              <a:t> </a:t>
            </a:r>
            <a:r>
              <a:rPr lang="en-GB" dirty="0" err="1"/>
              <a:t>educația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presa, a </a:t>
            </a:r>
            <a:r>
              <a:rPr lang="en-GB" dirty="0" err="1"/>
              <a:t>degradat</a:t>
            </a:r>
            <a:r>
              <a:rPr lang="en-GB" dirty="0"/>
              <a:t> </a:t>
            </a:r>
            <a:r>
              <a:rPr lang="en-GB" dirty="0" err="1"/>
              <a:t>sănătatea</a:t>
            </a:r>
            <a:r>
              <a:rPr lang="en-GB" dirty="0"/>
              <a:t> </a:t>
            </a:r>
            <a:r>
              <a:rPr lang="en-GB" dirty="0" err="1"/>
              <a:t>publică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a </a:t>
            </a:r>
            <a:r>
              <a:rPr lang="en-GB" dirty="0" err="1"/>
              <a:t>forțat</a:t>
            </a:r>
            <a:r>
              <a:rPr lang="en-GB" dirty="0"/>
              <a:t> </a:t>
            </a:r>
            <a:r>
              <a:rPr lang="en-GB" dirty="0" err="1"/>
              <a:t>populația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trăiască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lipsuri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servi</a:t>
            </a:r>
            <a:r>
              <a:rPr lang="en-GB" dirty="0"/>
              <a:t> </a:t>
            </a:r>
            <a:r>
              <a:rPr lang="en-GB" dirty="0" err="1"/>
              <a:t>planurile</a:t>
            </a:r>
            <a:r>
              <a:rPr lang="en-GB" dirty="0"/>
              <a:t> </a:t>
            </a:r>
            <a:r>
              <a:rPr lang="en-GB" dirty="0" err="1"/>
              <a:t>statului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7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87</TotalTime>
  <Words>2082</Words>
  <Application>Microsoft Office PowerPoint</Application>
  <PresentationFormat>Custom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Corbel</vt:lpstr>
      <vt:lpstr>Chalkboard 16x9</vt:lpstr>
      <vt:lpstr>Comunism vs. Liberalism</vt:lpstr>
      <vt:lpstr>1. Introducere: Cum a început comunismul în România</vt:lpstr>
      <vt:lpstr>2. Minciunile și propaganda folosite pentru control</vt:lpstr>
      <vt:lpstr>3. Represiunea: arestări, închisori, tortură, execuții ascunse</vt:lpstr>
      <vt:lpstr>4. Colectivizarea și Sănătatea</vt:lpstr>
      <vt:lpstr>5. Nivelul de trai și locurile de muncă</vt:lpstr>
      <vt:lpstr>6. Imaginea externă a României</vt:lpstr>
      <vt:lpstr>7. Economia comunistă a României</vt:lpstr>
      <vt:lpstr>8. PIB-ul României 1870 - 2000</vt:lpstr>
      <vt:lpstr>12. Concluzie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Mogos N Madalin</dc:creator>
  <cp:lastModifiedBy>Mogos N Madalin</cp:lastModifiedBy>
  <cp:revision>3</cp:revision>
  <dcterms:created xsi:type="dcterms:W3CDTF">2026-03-16T15:17:52Z</dcterms:created>
  <dcterms:modified xsi:type="dcterms:W3CDTF">2026-03-16T16:49:30Z</dcterms:modified>
</cp:coreProperties>
</file>